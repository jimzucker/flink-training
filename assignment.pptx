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4"/>
  </p:sldMasterIdLst>
  <p:notesMasterIdLst>
    <p:notesMasterId r:id="rId16"/>
  </p:notesMasterIdLst>
  <p:sldIdLst>
    <p:sldId id="838" r:id="rId5"/>
    <p:sldId id="847" r:id="rId6"/>
    <p:sldId id="876" r:id="rId7"/>
    <p:sldId id="875" r:id="rId8"/>
    <p:sldId id="878" r:id="rId9"/>
    <p:sldId id="873" r:id="rId10"/>
    <p:sldId id="869" r:id="rId11"/>
    <p:sldId id="829" r:id="rId12"/>
    <p:sldId id="874" r:id="rId13"/>
    <p:sldId id="877" r:id="rId14"/>
    <p:sldId id="8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FF9900"/>
    <a:srgbClr val="ED1C24"/>
    <a:srgbClr val="860000"/>
    <a:srgbClr val="B80B10"/>
    <a:srgbClr val="7F0000"/>
    <a:srgbClr val="900000"/>
    <a:srgbClr val="FF9904"/>
    <a:srgbClr val="FF0006"/>
    <a:srgbClr val="ED1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A6289-EFF4-69A1-911B-7351AAB9910C}" v="2" dt="2022-01-14T14:25:26.723"/>
    <p1510:client id="{97ADB1D1-C809-9547-2601-C615359DF61A}" v="185" dt="2022-01-14T18:02:06.744"/>
    <p1510:client id="{B785F26C-7408-5461-70CE-058AB7571B0C}" v="45" dt="2023-03-30T15:31:18.630"/>
    <p1510:client id="{D6468EB0-95D4-E06D-6A94-938B62A89B2B}" v="25" dt="2023-01-18T18:46:07.871"/>
    <p1510:client id="{EC253A46-A9A0-333C-D0B2-4BCB2DC82794}" v="1" dt="2022-10-21T19:37:36.045"/>
    <p1510:client id="{EDD92932-D605-F147-B7AB-FE1991B9800E}" v="1" dt="2022-01-08T22:56:32.342"/>
    <p1510:client id="{F140C8A8-1D26-50D4-5537-F63CCA338AA4}" v="1" dt="2022-10-27T19:09:08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CC7370-C737-0345-9690-7697BDE60A38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45AE1-F3CC-CB49-968C-4E244BB4558F}">
      <dgm:prSet phldrT="[Text]"/>
      <dgm:spPr/>
      <dgm:t>
        <a:bodyPr/>
        <a:lstStyle/>
        <a:p>
          <a:r>
            <a:rPr lang="en-US"/>
            <a:t>1) Design</a:t>
          </a:r>
        </a:p>
      </dgm:t>
    </dgm:pt>
    <dgm:pt modelId="{CF256A1A-7B4D-BA4E-8D9D-61DFB6FD7336}" type="parTrans" cxnId="{E08B9CC5-F7FD-3747-88D6-D924BCA992A6}">
      <dgm:prSet/>
      <dgm:spPr/>
      <dgm:t>
        <a:bodyPr/>
        <a:lstStyle/>
        <a:p>
          <a:endParaRPr lang="en-US"/>
        </a:p>
      </dgm:t>
    </dgm:pt>
    <dgm:pt modelId="{1FA9081C-C59A-8B4D-9DD9-305A9456E429}" type="sibTrans" cxnId="{E08B9CC5-F7FD-3747-88D6-D924BCA992A6}">
      <dgm:prSet/>
      <dgm:spPr/>
      <dgm:t>
        <a:bodyPr/>
        <a:lstStyle/>
        <a:p>
          <a:endParaRPr lang="en-US"/>
        </a:p>
      </dgm:t>
    </dgm:pt>
    <dgm:pt modelId="{8900077E-6450-1843-9D02-A56610A88888}">
      <dgm:prSet phldrT="[Text]"/>
      <dgm:spPr/>
      <dgm:t>
        <a:bodyPr/>
        <a:lstStyle/>
        <a:p>
          <a:r>
            <a:rPr lang="en-US"/>
            <a:t>2) Build End to End with metrics</a:t>
          </a:r>
        </a:p>
      </dgm:t>
    </dgm:pt>
    <dgm:pt modelId="{8A4677CE-C341-ED48-9879-7F7A91AC4424}" type="parTrans" cxnId="{3EA591A3-278B-ED43-97DF-F1C0A234B806}">
      <dgm:prSet/>
      <dgm:spPr/>
      <dgm:t>
        <a:bodyPr/>
        <a:lstStyle/>
        <a:p>
          <a:endParaRPr lang="en-US"/>
        </a:p>
      </dgm:t>
    </dgm:pt>
    <dgm:pt modelId="{AC046650-9E63-1C42-AEA1-CDDBD79D20BE}" type="sibTrans" cxnId="{3EA591A3-278B-ED43-97DF-F1C0A234B806}">
      <dgm:prSet/>
      <dgm:spPr/>
      <dgm:t>
        <a:bodyPr/>
        <a:lstStyle/>
        <a:p>
          <a:endParaRPr lang="en-US"/>
        </a:p>
      </dgm:t>
    </dgm:pt>
    <dgm:pt modelId="{DCD70815-3D29-6F48-865A-6889F31EF25E}">
      <dgm:prSet phldrT="[Text]"/>
      <dgm:spPr/>
      <dgm:t>
        <a:bodyPr/>
        <a:lstStyle/>
        <a:p>
          <a:r>
            <a:rPr lang="en-US"/>
            <a:t>3) Validate Calculations/Results</a:t>
          </a:r>
        </a:p>
      </dgm:t>
    </dgm:pt>
    <dgm:pt modelId="{AF27AFB0-CA44-874E-93FC-BD29A584DCFB}" type="parTrans" cxnId="{C5728DD7-3455-D74F-BE2E-57FB5727C262}">
      <dgm:prSet/>
      <dgm:spPr/>
      <dgm:t>
        <a:bodyPr/>
        <a:lstStyle/>
        <a:p>
          <a:endParaRPr lang="en-US"/>
        </a:p>
      </dgm:t>
    </dgm:pt>
    <dgm:pt modelId="{BC8F1E2F-301C-B242-9205-2F2D3B28D4FB}" type="sibTrans" cxnId="{C5728DD7-3455-D74F-BE2E-57FB5727C262}">
      <dgm:prSet/>
      <dgm:spPr/>
      <dgm:t>
        <a:bodyPr/>
        <a:lstStyle/>
        <a:p>
          <a:endParaRPr lang="en-US"/>
        </a:p>
      </dgm:t>
    </dgm:pt>
    <dgm:pt modelId="{4D7F875B-3920-DA42-9BA2-73F7323AACF7}">
      <dgm:prSet phldrT="[Text]"/>
      <dgm:spPr/>
      <dgm:t>
        <a:bodyPr/>
        <a:lstStyle/>
        <a:p>
          <a:r>
            <a:rPr lang="en-US"/>
            <a:t>4) Tune for Performance (Volume + Latency)</a:t>
          </a:r>
        </a:p>
      </dgm:t>
    </dgm:pt>
    <dgm:pt modelId="{F65F2CC1-9DC4-E945-BB07-1A62C943EB97}" type="parTrans" cxnId="{60F8600F-4BF9-6043-A31A-CA66DE3D152D}">
      <dgm:prSet/>
      <dgm:spPr/>
      <dgm:t>
        <a:bodyPr/>
        <a:lstStyle/>
        <a:p>
          <a:endParaRPr lang="en-US"/>
        </a:p>
      </dgm:t>
    </dgm:pt>
    <dgm:pt modelId="{424CB3A4-44A7-C24B-A50C-258EFF7859C7}" type="sibTrans" cxnId="{60F8600F-4BF9-6043-A31A-CA66DE3D152D}">
      <dgm:prSet/>
      <dgm:spPr/>
      <dgm:t>
        <a:bodyPr/>
        <a:lstStyle/>
        <a:p>
          <a:endParaRPr lang="en-US"/>
        </a:p>
      </dgm:t>
    </dgm:pt>
    <dgm:pt modelId="{4C35D89E-D8B1-8B4D-9765-68E44344616A}" type="pres">
      <dgm:prSet presAssocID="{F9CC7370-C737-0345-9690-7697BDE60A38}" presName="cycle" presStyleCnt="0">
        <dgm:presLayoutVars>
          <dgm:dir/>
          <dgm:resizeHandles val="exact"/>
        </dgm:presLayoutVars>
      </dgm:prSet>
      <dgm:spPr/>
    </dgm:pt>
    <dgm:pt modelId="{6A13623D-5847-AB4E-BFB1-EB52A7EDB20A}" type="pres">
      <dgm:prSet presAssocID="{C7B45AE1-F3CC-CB49-968C-4E244BB4558F}" presName="dummy" presStyleCnt="0"/>
      <dgm:spPr/>
    </dgm:pt>
    <dgm:pt modelId="{53CFDE8D-C956-2A40-8B90-620CBF6420E4}" type="pres">
      <dgm:prSet presAssocID="{C7B45AE1-F3CC-CB49-968C-4E244BB4558F}" presName="node" presStyleLbl="revTx" presStyleIdx="0" presStyleCnt="4">
        <dgm:presLayoutVars>
          <dgm:bulletEnabled val="1"/>
        </dgm:presLayoutVars>
      </dgm:prSet>
      <dgm:spPr/>
    </dgm:pt>
    <dgm:pt modelId="{45272FBA-BAAC-7546-AD5B-E730896E2561}" type="pres">
      <dgm:prSet presAssocID="{1FA9081C-C59A-8B4D-9DD9-305A9456E429}" presName="sibTrans" presStyleLbl="node1" presStyleIdx="0" presStyleCnt="4"/>
      <dgm:spPr/>
    </dgm:pt>
    <dgm:pt modelId="{5FCD2FF7-9D37-EA49-BADA-7F626542704E}" type="pres">
      <dgm:prSet presAssocID="{8900077E-6450-1843-9D02-A56610A88888}" presName="dummy" presStyleCnt="0"/>
      <dgm:spPr/>
    </dgm:pt>
    <dgm:pt modelId="{557285AD-F965-4C4F-8985-6B636788103C}" type="pres">
      <dgm:prSet presAssocID="{8900077E-6450-1843-9D02-A56610A88888}" presName="node" presStyleLbl="revTx" presStyleIdx="1" presStyleCnt="4">
        <dgm:presLayoutVars>
          <dgm:bulletEnabled val="1"/>
        </dgm:presLayoutVars>
      </dgm:prSet>
      <dgm:spPr/>
    </dgm:pt>
    <dgm:pt modelId="{60E94558-1A42-8948-8B16-E0E36ADCC5D5}" type="pres">
      <dgm:prSet presAssocID="{AC046650-9E63-1C42-AEA1-CDDBD79D20BE}" presName="sibTrans" presStyleLbl="node1" presStyleIdx="1" presStyleCnt="4"/>
      <dgm:spPr/>
    </dgm:pt>
    <dgm:pt modelId="{34038AD7-9CEF-7C42-AAC4-800497CFF316}" type="pres">
      <dgm:prSet presAssocID="{DCD70815-3D29-6F48-865A-6889F31EF25E}" presName="dummy" presStyleCnt="0"/>
      <dgm:spPr/>
    </dgm:pt>
    <dgm:pt modelId="{A65797CC-D505-6D45-A0FC-7DAB9D22597C}" type="pres">
      <dgm:prSet presAssocID="{DCD70815-3D29-6F48-865A-6889F31EF25E}" presName="node" presStyleLbl="revTx" presStyleIdx="2" presStyleCnt="4">
        <dgm:presLayoutVars>
          <dgm:bulletEnabled val="1"/>
        </dgm:presLayoutVars>
      </dgm:prSet>
      <dgm:spPr/>
    </dgm:pt>
    <dgm:pt modelId="{AE6E7F5D-6788-AA4B-851E-CDD7AA082DBC}" type="pres">
      <dgm:prSet presAssocID="{BC8F1E2F-301C-B242-9205-2F2D3B28D4FB}" presName="sibTrans" presStyleLbl="node1" presStyleIdx="2" presStyleCnt="4"/>
      <dgm:spPr/>
    </dgm:pt>
    <dgm:pt modelId="{42099BBD-218B-E949-8EBC-40ECAC8A3624}" type="pres">
      <dgm:prSet presAssocID="{4D7F875B-3920-DA42-9BA2-73F7323AACF7}" presName="dummy" presStyleCnt="0"/>
      <dgm:spPr/>
    </dgm:pt>
    <dgm:pt modelId="{29CA1479-CC33-BB4D-ADCC-2AE05235B287}" type="pres">
      <dgm:prSet presAssocID="{4D7F875B-3920-DA42-9BA2-73F7323AACF7}" presName="node" presStyleLbl="revTx" presStyleIdx="3" presStyleCnt="4">
        <dgm:presLayoutVars>
          <dgm:bulletEnabled val="1"/>
        </dgm:presLayoutVars>
      </dgm:prSet>
      <dgm:spPr/>
    </dgm:pt>
    <dgm:pt modelId="{762A1794-369D-6B48-A731-6CC627733DAD}" type="pres">
      <dgm:prSet presAssocID="{424CB3A4-44A7-C24B-A50C-258EFF7859C7}" presName="sibTrans" presStyleLbl="node1" presStyleIdx="3" presStyleCnt="4"/>
      <dgm:spPr/>
    </dgm:pt>
  </dgm:ptLst>
  <dgm:cxnLst>
    <dgm:cxn modelId="{60F8600F-4BF9-6043-A31A-CA66DE3D152D}" srcId="{F9CC7370-C737-0345-9690-7697BDE60A38}" destId="{4D7F875B-3920-DA42-9BA2-73F7323AACF7}" srcOrd="3" destOrd="0" parTransId="{F65F2CC1-9DC4-E945-BB07-1A62C943EB97}" sibTransId="{424CB3A4-44A7-C24B-A50C-258EFF7859C7}"/>
    <dgm:cxn modelId="{E455D50F-C039-5B41-B3CE-C46EE10625C5}" type="presOf" srcId="{1FA9081C-C59A-8B4D-9DD9-305A9456E429}" destId="{45272FBA-BAAC-7546-AD5B-E730896E2561}" srcOrd="0" destOrd="0" presId="urn:microsoft.com/office/officeart/2005/8/layout/cycle1"/>
    <dgm:cxn modelId="{55CEA410-7922-D64E-8E59-F73FEF44A01F}" type="presOf" srcId="{BC8F1E2F-301C-B242-9205-2F2D3B28D4FB}" destId="{AE6E7F5D-6788-AA4B-851E-CDD7AA082DBC}" srcOrd="0" destOrd="0" presId="urn:microsoft.com/office/officeart/2005/8/layout/cycle1"/>
    <dgm:cxn modelId="{F1F64031-42E1-1D4F-B940-843304092ADD}" type="presOf" srcId="{424CB3A4-44A7-C24B-A50C-258EFF7859C7}" destId="{762A1794-369D-6B48-A731-6CC627733DAD}" srcOrd="0" destOrd="0" presId="urn:microsoft.com/office/officeart/2005/8/layout/cycle1"/>
    <dgm:cxn modelId="{55095E6D-0D21-E444-8C3D-7F13BF7002B6}" type="presOf" srcId="{8900077E-6450-1843-9D02-A56610A88888}" destId="{557285AD-F965-4C4F-8985-6B636788103C}" srcOrd="0" destOrd="0" presId="urn:microsoft.com/office/officeart/2005/8/layout/cycle1"/>
    <dgm:cxn modelId="{47D03D81-3392-894B-B578-3C1040D80307}" type="presOf" srcId="{F9CC7370-C737-0345-9690-7697BDE60A38}" destId="{4C35D89E-D8B1-8B4D-9765-68E44344616A}" srcOrd="0" destOrd="0" presId="urn:microsoft.com/office/officeart/2005/8/layout/cycle1"/>
    <dgm:cxn modelId="{20926293-B8EF-AE45-9C64-92CD65E79B02}" type="presOf" srcId="{DCD70815-3D29-6F48-865A-6889F31EF25E}" destId="{A65797CC-D505-6D45-A0FC-7DAB9D22597C}" srcOrd="0" destOrd="0" presId="urn:microsoft.com/office/officeart/2005/8/layout/cycle1"/>
    <dgm:cxn modelId="{E3C13497-F1D1-1D4F-A611-2719B0CABEB4}" type="presOf" srcId="{AC046650-9E63-1C42-AEA1-CDDBD79D20BE}" destId="{60E94558-1A42-8948-8B16-E0E36ADCC5D5}" srcOrd="0" destOrd="0" presId="urn:microsoft.com/office/officeart/2005/8/layout/cycle1"/>
    <dgm:cxn modelId="{3EA591A3-278B-ED43-97DF-F1C0A234B806}" srcId="{F9CC7370-C737-0345-9690-7697BDE60A38}" destId="{8900077E-6450-1843-9D02-A56610A88888}" srcOrd="1" destOrd="0" parTransId="{8A4677CE-C341-ED48-9879-7F7A91AC4424}" sibTransId="{AC046650-9E63-1C42-AEA1-CDDBD79D20BE}"/>
    <dgm:cxn modelId="{23E079B0-BA6A-C74E-B3EF-0561206CFE66}" type="presOf" srcId="{4D7F875B-3920-DA42-9BA2-73F7323AACF7}" destId="{29CA1479-CC33-BB4D-ADCC-2AE05235B287}" srcOrd="0" destOrd="0" presId="urn:microsoft.com/office/officeart/2005/8/layout/cycle1"/>
    <dgm:cxn modelId="{E08B9CC5-F7FD-3747-88D6-D924BCA992A6}" srcId="{F9CC7370-C737-0345-9690-7697BDE60A38}" destId="{C7B45AE1-F3CC-CB49-968C-4E244BB4558F}" srcOrd="0" destOrd="0" parTransId="{CF256A1A-7B4D-BA4E-8D9D-61DFB6FD7336}" sibTransId="{1FA9081C-C59A-8B4D-9DD9-305A9456E429}"/>
    <dgm:cxn modelId="{C5728DD7-3455-D74F-BE2E-57FB5727C262}" srcId="{F9CC7370-C737-0345-9690-7697BDE60A38}" destId="{DCD70815-3D29-6F48-865A-6889F31EF25E}" srcOrd="2" destOrd="0" parTransId="{AF27AFB0-CA44-874E-93FC-BD29A584DCFB}" sibTransId="{BC8F1E2F-301C-B242-9205-2F2D3B28D4FB}"/>
    <dgm:cxn modelId="{2CCBEEDB-B40F-6947-9119-C411F22F1CE9}" type="presOf" srcId="{C7B45AE1-F3CC-CB49-968C-4E244BB4558F}" destId="{53CFDE8D-C956-2A40-8B90-620CBF6420E4}" srcOrd="0" destOrd="0" presId="urn:microsoft.com/office/officeart/2005/8/layout/cycle1"/>
    <dgm:cxn modelId="{A764B5CF-EF65-ED49-92A7-27FF21C8B556}" type="presParOf" srcId="{4C35D89E-D8B1-8B4D-9765-68E44344616A}" destId="{6A13623D-5847-AB4E-BFB1-EB52A7EDB20A}" srcOrd="0" destOrd="0" presId="urn:microsoft.com/office/officeart/2005/8/layout/cycle1"/>
    <dgm:cxn modelId="{5618CDF0-A3B1-0348-AE54-28AF4F9303EA}" type="presParOf" srcId="{4C35D89E-D8B1-8B4D-9765-68E44344616A}" destId="{53CFDE8D-C956-2A40-8B90-620CBF6420E4}" srcOrd="1" destOrd="0" presId="urn:microsoft.com/office/officeart/2005/8/layout/cycle1"/>
    <dgm:cxn modelId="{F8F0175D-5EBD-124D-B640-A25DAE8F81AF}" type="presParOf" srcId="{4C35D89E-D8B1-8B4D-9765-68E44344616A}" destId="{45272FBA-BAAC-7546-AD5B-E730896E2561}" srcOrd="2" destOrd="0" presId="urn:microsoft.com/office/officeart/2005/8/layout/cycle1"/>
    <dgm:cxn modelId="{20246427-4EAA-034F-993E-83E6537A6D8C}" type="presParOf" srcId="{4C35D89E-D8B1-8B4D-9765-68E44344616A}" destId="{5FCD2FF7-9D37-EA49-BADA-7F626542704E}" srcOrd="3" destOrd="0" presId="urn:microsoft.com/office/officeart/2005/8/layout/cycle1"/>
    <dgm:cxn modelId="{47B31774-95AC-3B41-92FC-C8F68EA46BF5}" type="presParOf" srcId="{4C35D89E-D8B1-8B4D-9765-68E44344616A}" destId="{557285AD-F965-4C4F-8985-6B636788103C}" srcOrd="4" destOrd="0" presId="urn:microsoft.com/office/officeart/2005/8/layout/cycle1"/>
    <dgm:cxn modelId="{95127404-A223-CB43-8AA8-6A2157D05E23}" type="presParOf" srcId="{4C35D89E-D8B1-8B4D-9765-68E44344616A}" destId="{60E94558-1A42-8948-8B16-E0E36ADCC5D5}" srcOrd="5" destOrd="0" presId="urn:microsoft.com/office/officeart/2005/8/layout/cycle1"/>
    <dgm:cxn modelId="{CFC4E46D-5C01-A14A-95AD-F82C05E58848}" type="presParOf" srcId="{4C35D89E-D8B1-8B4D-9765-68E44344616A}" destId="{34038AD7-9CEF-7C42-AAC4-800497CFF316}" srcOrd="6" destOrd="0" presId="urn:microsoft.com/office/officeart/2005/8/layout/cycle1"/>
    <dgm:cxn modelId="{14E2DDD8-22C1-B249-B749-69577362C7D5}" type="presParOf" srcId="{4C35D89E-D8B1-8B4D-9765-68E44344616A}" destId="{A65797CC-D505-6D45-A0FC-7DAB9D22597C}" srcOrd="7" destOrd="0" presId="urn:microsoft.com/office/officeart/2005/8/layout/cycle1"/>
    <dgm:cxn modelId="{B344BB58-32D9-ED4F-A2B2-667435D16444}" type="presParOf" srcId="{4C35D89E-D8B1-8B4D-9765-68E44344616A}" destId="{AE6E7F5D-6788-AA4B-851E-CDD7AA082DBC}" srcOrd="8" destOrd="0" presId="urn:microsoft.com/office/officeart/2005/8/layout/cycle1"/>
    <dgm:cxn modelId="{2C7AE27E-E931-D741-B175-FBF92867699A}" type="presParOf" srcId="{4C35D89E-D8B1-8B4D-9765-68E44344616A}" destId="{42099BBD-218B-E949-8EBC-40ECAC8A3624}" srcOrd="9" destOrd="0" presId="urn:microsoft.com/office/officeart/2005/8/layout/cycle1"/>
    <dgm:cxn modelId="{1CA77655-F53B-2547-BE3E-4EE230A80427}" type="presParOf" srcId="{4C35D89E-D8B1-8B4D-9765-68E44344616A}" destId="{29CA1479-CC33-BB4D-ADCC-2AE05235B287}" srcOrd="10" destOrd="0" presId="urn:microsoft.com/office/officeart/2005/8/layout/cycle1"/>
    <dgm:cxn modelId="{B80AB7C6-FC19-3F46-96C6-6761ABD0E59B}" type="presParOf" srcId="{4C35D89E-D8B1-8B4D-9765-68E44344616A}" destId="{762A1794-369D-6B48-A731-6CC627733DA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FDE8D-C956-2A40-8B90-620CBF6420E4}">
      <dsp:nvSpPr>
        <dsp:cNvPr id="0" name=""/>
        <dsp:cNvSpPr/>
      </dsp:nvSpPr>
      <dsp:spPr>
        <a:xfrm>
          <a:off x="3920611" y="100420"/>
          <a:ext cx="1587162" cy="1587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1) Design</a:t>
          </a:r>
        </a:p>
      </dsp:txBody>
      <dsp:txXfrm>
        <a:off x="3920611" y="100420"/>
        <a:ext cx="1587162" cy="1587162"/>
      </dsp:txXfrm>
    </dsp:sp>
    <dsp:sp modelId="{45272FBA-BAAC-7546-AD5B-E730896E2561}">
      <dsp:nvSpPr>
        <dsp:cNvPr id="0" name=""/>
        <dsp:cNvSpPr/>
      </dsp:nvSpPr>
      <dsp:spPr>
        <a:xfrm>
          <a:off x="1121463" y="-175"/>
          <a:ext cx="4486906" cy="4486906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285AD-F965-4C4F-8985-6B636788103C}">
      <dsp:nvSpPr>
        <dsp:cNvPr id="0" name=""/>
        <dsp:cNvSpPr/>
      </dsp:nvSpPr>
      <dsp:spPr>
        <a:xfrm>
          <a:off x="3920611" y="2798972"/>
          <a:ext cx="1587162" cy="1587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2) Build End to End with metrics</a:t>
          </a:r>
        </a:p>
      </dsp:txBody>
      <dsp:txXfrm>
        <a:off x="3920611" y="2798972"/>
        <a:ext cx="1587162" cy="1587162"/>
      </dsp:txXfrm>
    </dsp:sp>
    <dsp:sp modelId="{60E94558-1A42-8948-8B16-E0E36ADCC5D5}">
      <dsp:nvSpPr>
        <dsp:cNvPr id="0" name=""/>
        <dsp:cNvSpPr/>
      </dsp:nvSpPr>
      <dsp:spPr>
        <a:xfrm>
          <a:off x="1121463" y="-175"/>
          <a:ext cx="4486906" cy="4486906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797CC-D505-6D45-A0FC-7DAB9D22597C}">
      <dsp:nvSpPr>
        <dsp:cNvPr id="0" name=""/>
        <dsp:cNvSpPr/>
      </dsp:nvSpPr>
      <dsp:spPr>
        <a:xfrm>
          <a:off x="1222058" y="2798972"/>
          <a:ext cx="1587162" cy="1587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3) Validate Calculations/Results</a:t>
          </a:r>
        </a:p>
      </dsp:txBody>
      <dsp:txXfrm>
        <a:off x="1222058" y="2798972"/>
        <a:ext cx="1587162" cy="1587162"/>
      </dsp:txXfrm>
    </dsp:sp>
    <dsp:sp modelId="{AE6E7F5D-6788-AA4B-851E-CDD7AA082DBC}">
      <dsp:nvSpPr>
        <dsp:cNvPr id="0" name=""/>
        <dsp:cNvSpPr/>
      </dsp:nvSpPr>
      <dsp:spPr>
        <a:xfrm>
          <a:off x="1121463" y="-175"/>
          <a:ext cx="4486906" cy="4486906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A1479-CC33-BB4D-ADCC-2AE05235B287}">
      <dsp:nvSpPr>
        <dsp:cNvPr id="0" name=""/>
        <dsp:cNvSpPr/>
      </dsp:nvSpPr>
      <dsp:spPr>
        <a:xfrm>
          <a:off x="1222058" y="100420"/>
          <a:ext cx="1587162" cy="1587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4) Tune for Performance (Volume + Latency)</a:t>
          </a:r>
        </a:p>
      </dsp:txBody>
      <dsp:txXfrm>
        <a:off x="1222058" y="100420"/>
        <a:ext cx="1587162" cy="1587162"/>
      </dsp:txXfrm>
    </dsp:sp>
    <dsp:sp modelId="{762A1794-369D-6B48-A731-6CC627733DAD}">
      <dsp:nvSpPr>
        <dsp:cNvPr id="0" name=""/>
        <dsp:cNvSpPr/>
      </dsp:nvSpPr>
      <dsp:spPr>
        <a:xfrm>
          <a:off x="1121463" y="-175"/>
          <a:ext cx="4486906" cy="4486906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3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24575,'0'6'0,"0"1"0,0 2 0,0 4 0,2 3 0,1 6 0,3 5 0,5 6 0,8 20 0,6 4 0,-4-10 0,3 5 0,5 5 0,3 3-649,5 10 0,4 3 649,-4-15 0,3 2 0,1-3 0,17 20 0,4-3 0,-6-18 0,4 0 0,1-5 0,-5-7 0,-1-4 0,2-2 0,28 15 0,1-6 0,0-4 0,-1-5 0,-17-10 0,0-2 0,18 5 0,0-3 0,-14-6 0,1-2 0,14 3 0,1 0 0,-3-2 0,-1-2 0,-4-1 0,1 0 0,12 1 0,-2-1-178,-23-6 0,-3-2 178,6 0 0,-2-1 0,28-4 0,-22-1 0,-16-3 0,-23 1 0,-2-4 1274,-9 0-1274,11-2 380,6 0-380,5-1 0,16 1 0,-12-1 0,3 1 0,-21-1 0,-11 1 0,-11-3 0,-4 4 0,-3-2 0,-1 2 0,1-2 0,-3 1 0,2-2 0,-1 1 0,3-2 0,1-1 0,1 1 0,1 1 0,-3 2 0,2 1 0,0 0 0,3-2 0,1-3 0,-3 1 0,3-2 0,-3 0 0,2 1 0,-1-1 0,1 2 0,3-4 0,0 1 0,3-3 0,-4 3 0,-1 2 0,-5 3 0,2-6 0,2 3 0,3-11 0,3 5 0,0-4 0,-2 6 0,-4 4 0,-4 3 0,-4 2 0,2-2 0,-2 2 0,0-1 0,-12 1 0,-8 3 0,-9 0 0,-10 4 0,3 0 0,-6 3 0,9-2 0,-1 2 0,9-3 0,1 2 0,7-2 0,4 0 0,3 1 0,1-2 0,2 1 0,0-1 0,2-3 0,1 3 0,-1-3 0,1 3 0,-1-3 0,12 2 0,15-4 0,15-3 0,5 1 0,-7-2 0,-14 2 0,-10 2 0,-5-1 0,-3 3 0,1-3 0,-1 3 0,0-3 0,-2 2 0,0 0 0,0 1 0,0 0 0,4 0 0,-1 0 0,7 0 0,0 0 0,2 0 0,-4 0 0,-2-2 0,-4 2 0,1-2 0,-1 2 0,5 0 0,7 0 0,5 2 0,-1-2 0,-2 2 0,-11-2 0,-1 0 0,-3 0 0,1 0 0,-1 0 0,0 0 0,-2 1 0,-2 0 0,-2 2 0,-1-2 0,-4 4 0,-1 1 0,-2 3 0,-3 3 0,2 0 0,-6 7 0,4-3 0,0 5 0,6-3 0,3-3 0,1 0 0,0-2 0,2 3 0,-2-1 0,3 2 0,-3-2 0,1 3 0,0-1 0,-1 1 0,1 4 0,-1 0 0,-1 0 0,2 3 0,-1-3 0,3 5 0,-2-4 0,2 3 0,0-6 0,0 0 0,-1-2 0,0-5 0,0 1 0,1-3 0,0-2 0,0-1 0,-3-7 0,-13-1 0,9 0 0,-9-2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24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0 235 24575,'19'-10'0,"9"-2"0,27-11 0,11 3 0,-10 4 0,6-1 0,-4 4 0,5 1-2835,1 3 1,6 0 0,1 0 2834,4 0 0,2 1 0,1 1 0,4 1 0,2 1 0,3-1-19,-11 1 0,3-1 1,1 1-1,-3 1 19,9 0 0,-3 2 0,6-1 0,1 0 0,6-1 0,2 1 0,-2 1-532,-7 1 1,0 0 0,-1 2 0,2-1 531,2-1 0,1 1 0,1 0 0,0 0 0,6 1 0,3 0 0,-3 0 0,-5 1 0,0-1 0,-6 1 0,2-1-252,-9 1 0,4 0 0,-2 0 0,-7 0 252,-6 0 0,-5-1 0,1 0 1293,6 0 1,1 1-1,-5-1-1293,-1 1 0,-5-1 953,-6 0 0,-4 0-953,32-1 3163,-22 2-3163,20 1 2038,-1-3-2038,1 3 724,0-3-724,-28 0 0,4 0 0,-20 0 0,11 0 0,-7 0 0,6 0 0,1 2 0,-2-2 0,13 4 0,-1 1 0,26 0 0,4 7 0,-40-7 0,1-1 0,7 3 0,-1 0 0,42 6 0,-38-6 0,1 1 0,-4 2 0,0 0 0,-1-1 0,1 2 0,3 2 0,-3 2 0,34 14 0,-40-11 0,-1 0 0,37 19 0,-41-17 0,0 0 0,1 1 0,-1 2 0,37 25 0,-36-21 0,-1 1 0,28 27 0,-27-23 0,1 1 0,-3-2 0,0-1 0,3 1 0,2-2 0,7-2 0,-1-2 0,28 12 0,-33-19 0,-1-1 0,12 7 0,16 2 0,-21-8 0,-6-5 0,-10-3 0,-18-4 0,0 2 0,-6 2 0,2 0 0,8 8 0,0-6 0,18 6 0,-2-5 0,17 4 0,-2 2 0,-5-3 0,-2 7 0,-13-6 0,7 10 0,-2-1 0,23 13 0,3 4 0,5 1 0,-2-1 0,-18-13 0,8 3 0,-13-4 0,2 1 0,-10 1 0,-5-4 0,7 10 0,1 2 0,10 9 0,-5-11 0,-10-8 0,-4-10 0,-13-8 0,4 1 0,-5-3 0,-2 0 0,-2-2 0,-2 2 0,7 4 0,-1 4 0,18 13 0,1 3 0,6 6 0,12 4 0,-15-10 0,24 13 0,-25-14 0,26 15 0,-4-2 0,11 3 0,-29-18 0,2 0 0,-2-6 0,0-1 0,11 6 0,1 0 0,-8-7 0,-1 0 0,-2-1 0,-3-1 0,26 14 0,-22-11 0,-3 2 0,-10-7 0,5 10 0,3 4 0,-2 7 0,13 15 0,-9-3 0,15 18 0,-11-12 0,-3-1 0,-4-6 0,-15-14 0,8 9 0,-14-13 0,-1 1 0,-10-14 0,-5-6 0,-2-2 0,-2-3 0,0 5 0,0 0 0,1 4 0,-3 4 0,3 1 0,-1 5 0,0-6 0,1 2 0,-1-9 0,0 0 0,1 1 0,-3-4 0,3 5 0,-1-1 0,-1 1 0,2 0 0,-2-6 0,0 0 0,-1-4 0,1 2 0,0-1 0,0-1 0,-4-3 0,-28-15 0,-5-3 0,-41-10 0,2 11 0,-7-1 0,-1 7 0,5 1 0,-3-1 0,16 3 0,3 3 0,21-2 0,6 4 0,6-2 0,8 0 0,1 1 0,5-1 0,3-1 0,2 2 0,4 0 0,1 1 0,4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2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1 562 24575,'8'-19'0,"0"1"0,0-9 0,-3 6 0,0-1 0,-2 6 0,-1-2 0,-1 5 0,-1 0 0,2 5 0,-2-2 0,1 2 0,1-5 0,-2-2 0,3-3 0,-3 0 0,2 3 0,-2 4 0,0 3 0,1 3 0,0 0 0,3-1 0,-2 2 0,3-4 0,-1 5 0,0-5 0,1 0 0,-2-4 0,0-2 0,0 0 0,0 0 0,2 1 0,1 1 0,1 1 0,1 3 0,0 0 0,-3 1 0,4-2 0,-2-1 0,3-2 0,-1 0 0,1 1 0,0-1 0,-4 3 0,0 0 0,-4 3 0,1-3 0,-3 5 0,2-2 0,-2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28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2042 50 24575,'-56'-4'0,"-3"1"0,24 2 0,-12-1 0,16 1 0,-6-2 0,14 2 0,0-2 0,6 1 0,-1 1 0,-5-1 0,3 2 0,-9 0 0,6 0 0,-1 0 0,-2 0 0,7-1 0,-8 0 0,7-2 0,0 3 0,1-2 0,-2 1 0,-1 0 0,-3-2 0,-11 1 0,1-2 0,-10 0 0,2 1 0,4 1 0,-5 2 0,3 0 0,0 0 0,-13 0 0,11 2 0,-20 1 0,19 3 0,-11 2 0,15 4 0,-2 3 0,-4 3 0,4-3 0,-20 3 0,8-9 0,-14 2 0,12-6 0,10 3 0,13-6 0,18 3 0,5-2 0,4 5 0,-3 8 0,-6 5 0,-5 8 0,-8 5 0,1 0 0,-5 4 0,4-3 0,1-2 0,0 1 0,8-9 0,2-1 0,7-4 0,3-2 0,2 6 0,4-1 0,-1 11 0,2-3 0,0 13 0,6 0 0,0 2 0,8-4 0,0-8 0,5 0 0,1-4 0,11 7 0,6-4 0,4 0 0,16-3 0,-15-4 0,14 3 0,-22-10 0,4 5 0,-9-7 0,-2 0 0,-2 1 0,-4-3 0,0 0 0,-2-3 0,0 1 0,-3-4 0,-2 2 0,2-3 0,-3 0 0,1 3 0,1-1 0,-1 1 0,5 2 0,1-2 0,8 1 0,7 0 0,3-2 0,5 0 0,-5-4 0,10 2 0,-9-4 0,12 3 0,-5-1 0,0 0 0,17 3 0,-8 0 0,27-2 0,-20-2 0,23 0 0,-17-3 0,5 1 0,2-1 0,-11 0 0,19 1 0,-5 2 0,4 0 0,2 0 0,-17 2 0,1 0 0,-15 0 0,0-1 0,-9 0 0,-2-4 0,-4 2 0,-8-4 0,2 0 0,-5-3 0,1-1 0,1-6 0,-5 0 0,3-5 0,-4-6 0,3-5 0,2-13 0,5-7 0,3-19 0,-4 13 0,-3-10 0,-10 15 0,-7 3 0,-2-5 0,-2 8 0,-3-16 0,-1 9 0,-4-7 0,0 16 0,-2 5 0,-3 4 0,-7 4 0,-10-9 0,-10 1 0,-3-4 0,-8-2 0,1 5 0,-15-7 0,4 7 0,-25-8 0,10 11 0,-10 1 0,4 11 0,11 6 0,-16 4 0,11 3 0,-19-1 0,9 1 0,3 2 0,7-4 0,18 4 0,1-2 0,13 3 0,8 1 0,8-1 0,12 2 0,4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1:01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2960 27 24575,'-45'-2'0,"-8"0"0,-6-1 0,-20 1 0,-15 0 0,-5 1 0,37-2 0,0 1 0,12 1 0,0 1 0,-6-3 0,0 1 0,-33 1 0,14-1 0,13 2 0,24 0 0,7 1 0,14 0 0,7 1 0,1-1 0,2 2 0,-2 0 0,-4 2 0,-3 5 0,-2-2 0,-4 4 0,1-3 0,2-3 0,4 0 0,3-3 0,-1 2 0,2-4 0,-2 3 0,0-2 0,1 0 0,0 1 0,2-1 0,-3 1 0,-4 3 0,-2 1 0,-13 6 0,1 1 0,-12 4 0,7-2 0,-8 5 0,9-5 0,3-1 0,5 1 0,8-2 0,-2 6 0,-4 2 0,2-1 0,-8 6 0,9-10 0,-1 3 0,8-9 0,2 1 0,2-2 0,-2 1 0,0 3 0,-4 0 0,-3 5 0,0 0 0,-4 1 0,5-3 0,1 0 0,-5 3 0,6-1 0,-7 6 0,3 0 0,-3 4 0,-9 5 0,3-3 0,-13 5 0,14-8 0,-5 1 0,8-4 0,2-6 0,-2 1 0,6-7 0,-5 5 0,5-4 0,-1-1 0,3 0 0,1-5 0,3 3 0,-1-1 0,-2 6 0,-3 0 0,-2 3 0,-7 6 0,2-1 0,-14 20 0,3-2 0,-11 19 0,8-9 0,2-1 0,6-6 0,9-12 0,2 0 0,7-5 0,4-5 0,4 4 0,2-7 0,1 2 0,2-6 0,1-2 0,1-3 0,0 1 0,1 0 0,3 2 0,2 3 0,2-2 0,2 6 0,6 1 0,-1 0 0,10 6 0,-3-8 0,8 9 0,2-5 0,3 3 0,4 1 0,0-2 0,8 3 0,-2-7 0,10 4 0,-2-4 0,1 2 0,12 5 0,-3-1 0,26 7 0,-8-6 0,-30-12 0,0 0 0,40 12 0,-2 0 0,1-5 0,-18-5 0,10-4 0,-7 0 0,-5-5 0,5 0 0,-12-6 0,20 1 0,-4-2 0,-26-2 0,1 0 0,-3-1 0,0 0 0,48 0 0,-5 0 0,-27 0 0,5 0 0,-21-2 0,8 2 0,-12-4 0,7 2 0,-3-3 0,-3-3 0,6-5 0,6-9 0,8-7 0,16-13 0,-2-6 0,-29 12 0,-1-2 0,-6 6 0,0-3 0,4-9 0,-1-3 0,-7 8 0,-3-1 0,-7-1 0,-2-1 0,0-3 0,-2 1 0,10-25 0,4-16 0,-15 23 0,-2-18 0,-11 9 0,-4 0 0,-5-7 0,-4 14 0,-3-16 0,-5 6 0,-3 9 0,-5 8 0,3 22 0,-5 3 0,2 6 0,-8-4 0,-4-1 0,-1 2 0,-5-6 0,5 7 0,-7-5 0,-1-1 0,-1 0 0,0-6 0,14 7 0,4-3 0,8 12 0,-1 3 0,4 10 0,0 3 0,2 3 0,0-1 0,0-4 0,-1-2 0,-6-7 0,7 11 0,-4-2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54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2029 24575,'15'14'0,"17"10"0,15 13 0,35 15 0,-28-19 0,5 0-1374,13 5 0,9 0 1374,-2-4 0,8 1 0,0-2-741,-4-4 1,1-1-1,4 0 741,-2-3 0,5 1 0,0-1 0,-2-3 0,-14-4 0,-3-2 0,2-1 0,2 1 0,17 1 0,5 1 0,0-1 0,0-1 0,-5-1 0,1-1 0,-1-1 0,0 0-892,1-2 1,0-1 0,1-1 0,1 1 891,-13-2 0,2 0 0,0 0 0,-1-1 0,-4-2 0,0 0 0,-4-2 0,0 0 0,4 0-415,0-1 1,4 1-1,2 0 1,-2 0-1,-5-1 415,22 1 0,-5 0 0,5 0 0,-23-2 0,4 0 0,2 0 0,-2 0 0,-4 0 0,2 0 0,-5 0 0,0 0 0,0-1 0,1 1 0,0-1 0,0-1 0,-2 1 94,18 0 1,-2 0 0,-6 0-95,11 0 0,-4 0 0,-20 0 0,2 0 0,-3 0 0,17 0 0,-3 0 664,0 1 0,-1-2-664,6-1 0,-2-2 0,-14 1 0,0-1 0,17-1 0,1 0 0,-16 1 0,1 1 0,13 1 0,4 1 1134,4 1 0,2 0-1134,-32 0 0,2 0 0,3 0 398,16 0 0,5 0 0,-3 0-398,-13 0 0,-2 0 0,3 0 0,14-1 0,4-2 0,-4 0 0,-10-2 0,-3-2 0,-1 0 0,-7 0 0,-1-1 0,-1-2 198,0-3 0,0-1 0,-6 0-198,5-1 0,-3-2 0,17-6 0,-1-1 0,-20 6 0,1-1 0,17-8 0,3-1 0,-7 3 0,-1 1 0,-3 1 0,1-1 0,2-3 0,-3 2 214,-17 7 0,-1 0-214,15-11 0,-2-1 0,-18 9 0,-3-1 673,9-8 1,-2-2-674,18-23 1961,-1 3-1961,-2-7 801,-11 13-801,7-10 403,-11 3-403,-2 2 0,6-6 0,-12 16 0,20-11 0,-14 17 0,29-10 0,7 5 0,-35 18 0,2 0 0,8-3 0,1 0 0,-9 1 0,1-1 0,14-8 0,-1-2 0,-18 8 0,0-1 0,12-8 0,0 0 0,-15 8 0,-1 1 0,1 1 0,-1-1 0,40-25 0,-22 9 0,10-6 0,-11 7 0,1 4 0,6-4 0,-14 9 0,14-11 0,-15 9 0,9-11 0,-6 2 0,-2 0 0,6-2 0,-16 10 0,0-2 0,-14 7 0,-8 6 0,-7 5 0,-6 7 0,1-1 0,-3 1 0,7-8 0,0-3 0,2 0 0,0-4 0,-7 7 0,4-5 0,-5 6 0,4-5 0,-4 5 0,-2 2 0,1 4 0,2-3 0,2 0 0,3-4 0,1 2 0,-2 4 0,0 3 0,0 1 0,-2 3 0,0-5 0,0 4 0,-3-4 0,-1 8 0,-3-1 0,-1 2 0,-7 5 0,-17 8 0,-10 5 0,-12 7 0,5-3 0,4 0 0,13-7 0,1-1 0,7-3 0,1-1 0,3-1 0,0 3 0,0-5 0,1 5 0,-3-2 0,1 3 0,-4 2 0,-3 2 0,1 0 0,-2 4 0,3-3 0,-2-1 0,3-2 0,0-2 0,0-2 0,1-2 0,-1 0 0,5-3 0,2-1 0,4-1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0:56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24575,'3'10'0,"1"6"0,-1 7 0,0 2 0,0 5 0,0-3 0,-3 6 0,2-3 0,-2 0 0,0-1 0,0-7 0,0 1 0,0-6 0,0 2 0,-2-3 0,2 0 0,-2 0 0,1 0 0,0 4 0,0 5 0,-1 0 0,2 7 0,-3-6 0,2 5 0,-2-8 0,3-2 0,-2-9 0,1-5 0,0-2 0,-2 0 0,3 1 0,-1-1 0,1 0 0,0 0 0,-2-2 0,0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30T22:11:1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1117 43 24575,'-38'0'0,"1"-2"0,-34 0 0,14-1 0,-18-1 0,15-1 0,-5-2 0,17-2 0,11 4 0,15 0 0,6 5 0,-19 5 0,0 0 0,-38 14 0,-1 4 0,-7 8 0,-5 8 0,25-5 0,6 0 0,22-11 0,14-6 0,10-8 0,5-1 0,1 2 0,1 3 0,-1 5 0,-1 3 0,0 1 0,0 5 0,0-2 0,2 14 0,2 0 0,2 9 0,4-5 0,0-9 0,3-6 0,-2-11 0,0 0 0,0-4 0,1 1 0,-2-1 0,-1-3 0,1 2 0,-2-3 0,1 6 0,-1 0 0,1 2 0,2 4 0,-2-6 0,1 5 0,-2-4 0,2-1 0,-4 1 0,2-2 0,0 1 0,-1-1 0,3-1 0,-2-2 0,0 1 0,0-1 0,-3-3 0,2 4 0,-1-5 0,0 6 0,-1-5 0,1 3 0,0-1 0,1-1 0,0 2 0,2-1 0,-2 3 0,2-5 0,-2 0 0,2 0 0,1-1 0,5 4 0,4-1 0,0 2 0,2-2 0,-1 1 0,3 1 0,1 0 0,-1 0 0,1-1 0,-5-1 0,2 1 0,-4-2 0,0 1 0,-2-4 0,0 1 0,1-2 0,-1 2 0,9 1 0,-1 1 0,15 2 0,-1-1 0,10 0 0,0 0 0,2-2 0,3 3 0,-6-5 0,4 0 0,-5-2 0,-2 0 0,0 1 0,-9 1 0,5 0 0,-5 0 0,2-1 0,1-1 0,-3 0 0,9-1 0,-5-2 0,13 1 0,-6-2 0,5 0 0,8-5 0,0 2 0,22-13 0,-11 3 0,12-19 0,-12 2 0,-4-9 0,-5 2 0,-15 2 0,-10 3 0,-7 0 0,-9 1 0,-6-3 0,0 5 0,-7-10 0,2 6 0,-6-16 0,-4 7 0,-4 0 0,-5 3 0,-2 9 0,-8-13 0,-1 7 0,-14-13 0,0 10 0,-3 0 0,-1 10 0,7 7 0,-4 2 0,3 3-6784,-16-7 6784,3 3 0,-2 2 0,8 3 0,14 8 0,2-1 0,8 2 0,2 2 6784,6-2-6784,3 4 0,2-2 0,2 3 0,-2 1 0,1-1 0,0 2 0,0-2 0,1 1 0,-3-3 0,2 1 0,0-3 0,-28-20 0,25 17 0,-23-14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F5C32-DE86-0348-9C91-7EF32302F78E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C2FD5-C904-8D43-A230-0B2D4B7EF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8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CC2FD5-C904-8D43-A230-0B2D4B7EFB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Full – Placeholder – 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72786C0-9F0C-5045-A27A-2FC71845CB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0826" cy="685800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78CF5-288A-C345-8B70-367064C77D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4078" y="1299117"/>
            <a:ext cx="10515600" cy="276045"/>
          </a:xfrm>
        </p:spPr>
        <p:txBody>
          <a:bodyPr>
            <a:normAutofit/>
          </a:bodyPr>
          <a:lstStyle>
            <a:lvl1pPr marL="0" indent="0">
              <a:buNone/>
              <a:defRPr sz="1400" b="0" spc="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5F180B-0C95-7E4D-968B-4EAC0205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9122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Full – Placeholder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72786C0-9F0C-5045-A27A-2FC71845CB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0826" cy="685800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78CF5-288A-C345-8B70-367064C77D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4078" y="1299117"/>
            <a:ext cx="10515600" cy="276045"/>
          </a:xfrm>
        </p:spPr>
        <p:txBody>
          <a:bodyPr>
            <a:normAutofit/>
          </a:bodyPr>
          <a:lstStyle>
            <a:lvl1pPr marL="0" indent="0">
              <a:buNone/>
              <a:defRPr sz="1400" b="0" spc="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5F180B-0C95-7E4D-968B-4EAC0205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513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Half –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A59CE-AF11-D740-9AE1-C863B1BB79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5384" y="0"/>
            <a:ext cx="4985442" cy="6581775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D75D4-14EC-6D4C-A9B9-862BDC1ED667}"/>
              </a:ext>
            </a:extLst>
          </p:cNvPr>
          <p:cNvSpPr/>
          <p:nvPr userDrawn="1"/>
        </p:nvSpPr>
        <p:spPr>
          <a:xfrm>
            <a:off x="0" y="1"/>
            <a:ext cx="720655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dist="762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78CF5-288A-C345-8B70-367064C77D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246" y="4071794"/>
            <a:ext cx="6078648" cy="276045"/>
          </a:xfrm>
        </p:spPr>
        <p:txBody>
          <a:bodyPr>
            <a:normAutofit/>
          </a:bodyPr>
          <a:lstStyle>
            <a:lvl1pPr marL="0" indent="0">
              <a:buNone/>
              <a:defRPr sz="1400" b="0" spc="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5F180B-0C95-7E4D-968B-4EAC0205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68" y="3428999"/>
            <a:ext cx="6078648" cy="6427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F89059-782A-734A-B273-DBB04DD12642}"/>
              </a:ext>
            </a:extLst>
          </p:cNvPr>
          <p:cNvSpPr/>
          <p:nvPr userDrawn="1"/>
        </p:nvSpPr>
        <p:spPr>
          <a:xfrm>
            <a:off x="0" y="6678855"/>
            <a:ext cx="12192000" cy="179145"/>
          </a:xfrm>
          <a:prstGeom prst="rect">
            <a:avLst/>
          </a:prstGeom>
          <a:solidFill>
            <a:srgbClr val="ED1B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4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– Red">
    <p:bg>
      <p:bgPr>
        <a:solidFill>
          <a:srgbClr val="ED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E403AE-9B49-814B-B86B-1B58C5B62D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DC1DE9E-392C-1B42-96DC-162C1E6C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7171"/>
            <a:ext cx="10515600" cy="1135872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952CBA83-EB51-4342-883E-54848ACEF4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1879" y="6376131"/>
            <a:ext cx="1627805" cy="32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1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– R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B8AB15-A722-414E-B77C-FB768BD1B0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714" b="10714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DC1DE9E-392C-1B42-96DC-162C1E6C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1064"/>
            <a:ext cx="10515600" cy="1135872"/>
          </a:xfrm>
        </p:spPr>
        <p:txBody>
          <a:bodyPr/>
          <a:lstStyle>
            <a:lvl1pPr algn="ctr">
              <a:defRPr sz="6000">
                <a:solidFill>
                  <a:srgbClr val="FF000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9ACAE6-E991-A14A-9AB5-A20EF9F8E7BF}"/>
              </a:ext>
            </a:extLst>
          </p:cNvPr>
          <p:cNvCxnSpPr/>
          <p:nvPr userDrawn="1"/>
        </p:nvCxnSpPr>
        <p:spPr>
          <a:xfrm>
            <a:off x="941348" y="3986426"/>
            <a:ext cx="10309303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  <a:gs pos="50000">
                  <a:srgbClr val="FF0006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3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s – Red">
    <p:bg>
      <p:bgPr>
        <a:solidFill>
          <a:srgbClr val="ED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942A3B-887B-9C4B-8337-50FF419F0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45AE54C-E806-F74D-974C-F3DBCD22D67E}"/>
              </a:ext>
            </a:extLst>
          </p:cNvPr>
          <p:cNvSpPr/>
          <p:nvPr userDrawn="1"/>
        </p:nvSpPr>
        <p:spPr>
          <a:xfrm>
            <a:off x="5065987" y="234176"/>
            <a:ext cx="6904602" cy="64335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381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C1DE9E-392C-1B42-96DC-162C1E6CA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27171"/>
            <a:ext cx="3824335" cy="1135872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2478B43-7F52-5643-AB54-8FBD67BF6A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6823" y="1935879"/>
            <a:ext cx="5702300" cy="64279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800"/>
            </a:lvl3pPr>
            <a:lvl4pPr marL="1371600" indent="0">
              <a:buNone/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24CC636-E4EF-4744-877B-5BA66CDCE2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6823" y="2752923"/>
            <a:ext cx="5702300" cy="34849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800"/>
            </a:lvl3pPr>
            <a:lvl4pPr marL="1371600" indent="0">
              <a:buNone/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B3CB2E9-3F03-FA40-A083-DCADF72DD1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6823" y="3101419"/>
            <a:ext cx="5702300" cy="3861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800"/>
            </a:lvl3pPr>
            <a:lvl4pPr marL="1371600" indent="0">
              <a:buNone/>
              <a:defRPr sz="2800"/>
            </a:lvl4pPr>
            <a:lvl5pPr>
              <a:defRPr sz="2800"/>
            </a:lvl5pPr>
          </a:lstStyle>
          <a:p>
            <a:pPr lvl="0"/>
            <a:r>
              <a:rPr lang="en-US" err="1"/>
              <a:t>email@assignment.example</a:t>
            </a:r>
            <a:endParaRPr lang="en-US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667AEF8D-FF76-DA45-A8B2-2C86841404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86823" y="4206718"/>
            <a:ext cx="5702300" cy="492546"/>
          </a:xfrm>
        </p:spPr>
        <p:txBody>
          <a:bodyPr>
            <a:normAutofit/>
          </a:bodyPr>
          <a:lstStyle>
            <a:lvl1pPr marL="0" indent="0">
              <a:buNone/>
              <a:defRPr sz="2800" b="0" u="none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800"/>
            </a:lvl3pPr>
            <a:lvl4pPr marL="1371600" indent="0">
              <a:buNone/>
              <a:defRPr sz="2800"/>
            </a:lvl4pPr>
            <a:lvl5pPr>
              <a:defRPr sz="2800"/>
            </a:lvl5pPr>
          </a:lstStyle>
          <a:p>
            <a:pPr lvl="0"/>
            <a:r>
              <a:rPr lang="en-US" err="1"/>
              <a:t>www.assignment.example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C1C447-F831-7A41-B0F9-BEC91518A03D}"/>
              </a:ext>
            </a:extLst>
          </p:cNvPr>
          <p:cNvCxnSpPr>
            <a:cxnSpLocks/>
          </p:cNvCxnSpPr>
          <p:nvPr userDrawn="1"/>
        </p:nvCxnSpPr>
        <p:spPr>
          <a:xfrm>
            <a:off x="5685576" y="3828433"/>
            <a:ext cx="55928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95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626"/>
            <a:ext cx="10515600" cy="6427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800F8-9394-9642-9EC1-F5E2CEC5498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77783-636C-6A41-9D37-21F39A54CF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C470-6BEF-8C4E-A247-4BC96A2A3B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3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–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70D864-05E9-FD4A-84E6-F7C585AC171D}"/>
              </a:ext>
            </a:extLst>
          </p:cNvPr>
          <p:cNvSpPr/>
          <p:nvPr userDrawn="1"/>
        </p:nvSpPr>
        <p:spPr>
          <a:xfrm>
            <a:off x="221411" y="234176"/>
            <a:ext cx="11749177" cy="64335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381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800F8-9394-9642-9EC1-F5E2CEC5498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77783-636C-6A41-9D37-21F39A54CF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C470-6BEF-8C4E-A247-4BC96A2A3B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 –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718"/>
            <a:ext cx="10515600" cy="36910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800F8-9394-9642-9EC1-F5E2CEC5498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77783-636C-6A41-9D37-21F39A54CF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C470-6BEF-8C4E-A247-4BC96A2A3B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ADA77F-F42F-6F45-A9C4-970A9EBBC094}"/>
              </a:ext>
            </a:extLst>
          </p:cNvPr>
          <p:cNvSpPr/>
          <p:nvPr userDrawn="1"/>
        </p:nvSpPr>
        <p:spPr>
          <a:xfrm>
            <a:off x="1248937" y="5452946"/>
            <a:ext cx="10716322" cy="395869"/>
          </a:xfrm>
          <a:prstGeom prst="rect">
            <a:avLst/>
          </a:prstGeom>
          <a:solidFill>
            <a:srgbClr val="ED1B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2B72BB11-0BAE-6844-94AB-E5E5F67683BE}"/>
              </a:ext>
            </a:extLst>
          </p:cNvPr>
          <p:cNvSpPr/>
          <p:nvPr userDrawn="1"/>
        </p:nvSpPr>
        <p:spPr>
          <a:xfrm rot="10800000">
            <a:off x="1017975" y="5450546"/>
            <a:ext cx="459207" cy="395868"/>
          </a:xfrm>
          <a:prstGeom prst="triangle">
            <a:avLst/>
          </a:prstGeom>
          <a:solidFill>
            <a:srgbClr val="ED1B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91847B-97EB-0447-8059-F74A0FA231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560" y="5470827"/>
            <a:ext cx="10063240" cy="340037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707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Hal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718"/>
            <a:ext cx="5133278" cy="43986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2156924-A7DE-4D45-8CA4-E569346E4E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0524" y="1527718"/>
            <a:ext cx="5150002" cy="43986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D7CB47-8889-8E40-9D28-78248AB2FD95}"/>
              </a:ext>
            </a:extLst>
          </p:cNvPr>
          <p:cNvCxnSpPr/>
          <p:nvPr userDrawn="1"/>
        </p:nvCxnSpPr>
        <p:spPr>
          <a:xfrm>
            <a:off x="6096000" y="1527718"/>
            <a:ext cx="0" cy="439863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42D9EBE-8055-1841-871E-3F92FE4C08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93945E8-0D5F-B047-A6B0-330A5DC275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1CD5AE-1E65-FC45-B5D5-D94D7C4211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0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hirds –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D40E0-0B1E-C24B-AEC7-C7DAF957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02CFF-1C99-5940-B252-887F2DE1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670DC1A-CD44-B84E-A11B-FC904DDFF9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6E4A1-BF55-4644-94D4-F86CD338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CE36F0F-DBEA-9540-8A6F-9AE11A41091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62344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FF7E126-E390-AB4B-882F-75623B7EE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921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2A52018-FC9C-4941-9EDF-1F9D42C9B1E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1277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779ADB9-4C0C-2844-988D-040B41BC8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1278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2334D3-6F6E-D549-9785-945B24E70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0F68A-E4C4-7E45-AC0E-36FBBD3438A0}"/>
              </a:ext>
            </a:extLst>
          </p:cNvPr>
          <p:cNvSpPr txBox="1"/>
          <p:nvPr userDrawn="1"/>
        </p:nvSpPr>
        <p:spPr>
          <a:xfrm>
            <a:off x="468351" y="1416205"/>
            <a:ext cx="0" cy="0"/>
          </a:xfrm>
          <a:prstGeom prst="rect">
            <a:avLst/>
          </a:prstGeom>
        </p:spPr>
        <p:txBody>
          <a:bodyPr vert="horz" wrap="none" lIns="121920" tIns="60960" rIns="121920" bIns="60960" rtlCol="0" anchor="t">
            <a:normAutofit fontScale="25000" lnSpcReduction="20000"/>
          </a:bodyPr>
          <a:lstStyle/>
          <a:p>
            <a:pPr marL="457200" indent="-457200" algn="l">
              <a:buClr>
                <a:srgbClr val="EB362D"/>
              </a:buClr>
            </a:pPr>
            <a:endParaRPr lang="en-US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E97B9-406A-DC41-861E-8430C53C5FD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48417F-710B-C44E-B487-C296CB1C7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6321" y="1924364"/>
            <a:ext cx="3075880" cy="1595671"/>
          </a:xfrm>
          <a:prstGeom prst="rect">
            <a:avLst/>
          </a:prstGeom>
          <a:effectLst>
            <a:outerShdw blurRad="520700" dist="38100" dir="5400000" algn="t" rotWithShape="0">
              <a:prstClr val="black">
                <a:alpha val="2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F38C36-D250-2F49-B319-4E1162A034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7133" y="1924364"/>
            <a:ext cx="3075880" cy="1595671"/>
          </a:xfrm>
          <a:prstGeom prst="rect">
            <a:avLst/>
          </a:prstGeom>
          <a:effectLst>
            <a:outerShdw blurRad="520700" dist="38100" dir="5400000" algn="t" rotWithShape="0">
              <a:prstClr val="black">
                <a:alpha val="2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B115F4-459A-404D-AC5C-1F8A2A3CC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3787" y="1924364"/>
            <a:ext cx="3075880" cy="1595671"/>
          </a:xfrm>
          <a:prstGeom prst="rect">
            <a:avLst/>
          </a:prstGeom>
          <a:effectLst>
            <a:outerShdw blurRad="520700" dist="38100" dir="5400000" algn="t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4804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hirds –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D47C081-DF34-7A45-BF1F-1C91E528B61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47186" y="1930116"/>
            <a:ext cx="3075871" cy="1527591"/>
          </a:xfrm>
          <a:effectLst>
            <a:reflection blurRad="254000" stA="40000" endPos="10000" dir="5400000" sy="-100000" algn="bl" rotWithShape="0"/>
          </a:effectLst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ACABEE4-08FF-0745-BF85-E2CF8EFEDFC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74214" y="1930116"/>
            <a:ext cx="3075871" cy="1527591"/>
          </a:xfrm>
          <a:effectLst>
            <a:reflection blurRad="254000" stA="40000" endPos="10000" dir="5400000" sy="-100000" algn="bl" rotWithShape="0"/>
          </a:effectLst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D40E0-0B1E-C24B-AEC7-C7DAF957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02CFF-1C99-5940-B252-887F2DE1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670DC1A-CD44-B84E-A11B-FC904DDFF9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6E4A1-BF55-4644-94D4-F86CD338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CE36F0F-DBEA-9540-8A6F-9AE11A41091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62344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FF7E126-E390-AB4B-882F-75623B7EE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921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2A52018-FC9C-4941-9EDF-1F9D42C9B1E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1277" y="3702205"/>
            <a:ext cx="3075879" cy="210200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779ADB9-4C0C-2844-988D-040B41BC8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1278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2334D3-6F6E-D549-9785-945B24E70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476135"/>
            <a:ext cx="3075879" cy="3053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solidFill>
                  <a:srgbClr val="ED1B23"/>
                </a:solidFill>
                <a:latin typeface="Barlow Light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0F68A-E4C4-7E45-AC0E-36FBBD3438A0}"/>
              </a:ext>
            </a:extLst>
          </p:cNvPr>
          <p:cNvSpPr txBox="1"/>
          <p:nvPr userDrawn="1"/>
        </p:nvSpPr>
        <p:spPr>
          <a:xfrm>
            <a:off x="468351" y="1416205"/>
            <a:ext cx="0" cy="0"/>
          </a:xfrm>
          <a:prstGeom prst="rect">
            <a:avLst/>
          </a:prstGeom>
        </p:spPr>
        <p:txBody>
          <a:bodyPr vert="horz" wrap="none" lIns="121920" tIns="60960" rIns="121920" bIns="60960" rtlCol="0" anchor="t">
            <a:normAutofit fontScale="25000" lnSpcReduction="20000"/>
          </a:bodyPr>
          <a:lstStyle/>
          <a:p>
            <a:pPr marL="457200" indent="-457200" algn="l">
              <a:buClr>
                <a:srgbClr val="EB362D"/>
              </a:buClr>
            </a:pPr>
            <a:endParaRPr lang="en-US">
              <a:cs typeface="Calibri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8C90533F-342D-2E43-95A8-C50B52757A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853" y="1930116"/>
            <a:ext cx="3075871" cy="1527591"/>
          </a:xfrm>
          <a:effectLst>
            <a:reflection blurRad="254000" stA="40000" endPos="10000" dir="5400000" sy="-100000" algn="bl" rotWithShape="0"/>
          </a:effectLst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21FA3-1612-7E4B-A7AA-3A66850726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40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xt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D40E0-0B1E-C24B-AEC7-C7DAF957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02CFF-1C99-5940-B252-887F2DE1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670DC1A-CD44-B84E-A11B-FC904DDFF9A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7" y="2017346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6E4A1-BF55-4644-94D4-F86CD338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2334D3-6F6E-D549-9785-945B24E70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600153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D693F56-642D-A740-B85A-F7C99919F3F6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39787" y="3468904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14B9AF9-0624-8F4C-89B2-DD42F3EF4F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8199" y="3051711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88840AB-84E5-3243-B7B8-DD189C2A21C0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39787" y="4926063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38F5006-9F06-2843-852C-95E61FD95F0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8199" y="4508870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36F49892-8C01-1E48-AFF6-E6B563A5FD58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365216" y="2017346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4322D15-200B-B844-8AA0-E33FBC570B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63628" y="1600153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A1B5C15-1F8E-A347-9288-994C4922A124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6365216" y="3468904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E4D8A0A0-07A1-1B4A-AC02-6FCCAFDE1A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63628" y="3051711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EC7D16AB-07B5-4E4A-A73A-10B80350F17E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365216" y="4926063"/>
            <a:ext cx="5003451" cy="826468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Font typeface="Arial" panose="020B0604020202020204" pitchFamily="34" charset="0"/>
              <a:buChar char="•"/>
              <a:defRPr sz="1800"/>
            </a:lvl2pPr>
            <a:lvl3pPr>
              <a:buFont typeface="Arial" panose="020B0604020202020204" pitchFamily="34" charset="0"/>
              <a:buChar char="•"/>
              <a:defRPr sz="18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C5F41D0F-30ED-3440-9684-C486DD4C2F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63628" y="4508870"/>
            <a:ext cx="5003451" cy="34441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i="0" spc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81C6C-9E13-B443-BEB3-2679B12493C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29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6326A8-1893-294E-AF67-140992BA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08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2DF56F-A7DB-2D47-896B-8BAE3605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7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– Bullseye –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73D75D4-14EC-6D4C-A9B9-862BDC1ED667}"/>
              </a:ext>
            </a:extLst>
          </p:cNvPr>
          <p:cNvSpPr/>
          <p:nvPr userDrawn="1"/>
        </p:nvSpPr>
        <p:spPr>
          <a:xfrm>
            <a:off x="0" y="1"/>
            <a:ext cx="728366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0" dist="762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7BCA73-2BA1-5145-9E43-4A167981259D}"/>
              </a:ext>
            </a:extLst>
          </p:cNvPr>
          <p:cNvSpPr/>
          <p:nvPr userDrawn="1"/>
        </p:nvSpPr>
        <p:spPr>
          <a:xfrm>
            <a:off x="2" y="5926348"/>
            <a:ext cx="7283668" cy="93165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DC83831-93DC-4349-A35E-3E83A609A6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527718"/>
            <a:ext cx="5880410" cy="43986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652E4-BEF9-0147-81C4-26C4F96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322"/>
            <a:ext cx="5880410" cy="6427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FADC68-9F6E-6B46-BBC8-F182C42759B6}"/>
              </a:ext>
            </a:extLst>
          </p:cNvPr>
          <p:cNvCxnSpPr>
            <a:cxnSpLocks/>
          </p:cNvCxnSpPr>
          <p:nvPr userDrawn="1"/>
        </p:nvCxnSpPr>
        <p:spPr>
          <a:xfrm>
            <a:off x="936702" y="1310269"/>
            <a:ext cx="5692698" cy="0"/>
          </a:xfrm>
          <a:prstGeom prst="line">
            <a:avLst/>
          </a:prstGeom>
          <a:ln w="19050">
            <a:solidFill>
              <a:srgbClr val="ED1B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D2919EA-9F23-0B48-9323-3957B4576F4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2D081DA-2A83-D74B-9B9C-356E6254E0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>
              <a:latin typeface="Barlow" pitchFamily="2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21D0BD-1C53-8D49-A69A-D0386BAD4E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32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62718-2F92-474A-B182-70ECC7DF38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823866"/>
            <a:ext cx="10515599" cy="3911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2491D3D-343D-3A4E-B360-3F75AA4CB1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97924"/>
            <a:ext cx="10515600" cy="1028423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4539C-3B66-9C43-BCCE-E0186D6C7E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9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980" y="1530375"/>
            <a:ext cx="4512398" cy="11132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9207A10-36D5-0A4D-8F34-ABAC2B9F30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485640"/>
            <a:ext cx="404828" cy="404828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8EC04D7-F59C-8B4F-9021-17BD32EFC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8980" y="2754544"/>
            <a:ext cx="3056286" cy="233349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Name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6980BDF6-F4B7-7041-B497-718753F1B0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8980" y="3060467"/>
            <a:ext cx="3056286" cy="537661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Role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227E15-84EA-A844-AB3D-5DB988979B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8980" y="3866169"/>
            <a:ext cx="4512398" cy="1113237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418B72E0-3633-EF48-9539-0EDE3C5261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821434"/>
            <a:ext cx="404828" cy="404828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AAFE246-DE19-1A4C-A239-EE969C4015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8980" y="5090338"/>
            <a:ext cx="3056286" cy="233349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Name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D9F74789-2552-C24A-AEB8-443F2BF5D8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08980" y="5396261"/>
            <a:ext cx="3056286" cy="537661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Role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6FE72AEB-5271-2240-AECB-362D44EF21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1137" y="1530375"/>
            <a:ext cx="4512398" cy="1113237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1E00ED04-15AB-2048-A3DF-DF3EF90002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0357" y="1485640"/>
            <a:ext cx="404828" cy="404828"/>
          </a:xfrm>
          <a:prstGeom prst="rect">
            <a:avLst/>
          </a:prstGeom>
        </p:spPr>
      </p:pic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1F75186-863B-AF42-BAD1-609F3E55C7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1137" y="2754544"/>
            <a:ext cx="3056286" cy="233349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Name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AC0834A-396D-F54D-A767-7CE762E0C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41137" y="3060467"/>
            <a:ext cx="3056286" cy="537661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Role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F2952EED-F982-BF4C-B7A3-1883D52076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41137" y="3866169"/>
            <a:ext cx="4512398" cy="1113237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 descr="Logo&#10;&#10;Description automatically generated">
            <a:extLst>
              <a:ext uri="{FF2B5EF4-FFF2-40B4-BE49-F238E27FC236}">
                <a16:creationId xmlns:a16="http://schemas.microsoft.com/office/drawing/2014/main" id="{7D6BBE36-8D8B-574E-BDC9-A5A53E6C24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0357" y="3821434"/>
            <a:ext cx="404828" cy="404828"/>
          </a:xfrm>
          <a:prstGeom prst="rect">
            <a:avLst/>
          </a:prstGeom>
        </p:spPr>
      </p:pic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FC19E37-CFA8-DE40-ABDA-4FC3CE9FCB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41137" y="5090338"/>
            <a:ext cx="3056286" cy="233349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Barlow Medium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Name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9CBF575E-81D3-8E45-9E05-1EEFB01F1C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41137" y="5396261"/>
            <a:ext cx="3056286" cy="537661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Author’s Role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19EDC6-5E7D-604B-A0F7-7274E7ED135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F6F4313-9C8A-654B-8B93-26419D613E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445251" y="2757249"/>
            <a:ext cx="1376127" cy="840879"/>
          </a:xfrm>
        </p:spPr>
        <p:txBody>
          <a:bodyPr anchor="ctr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3F05BC9A-A121-7642-90DD-E60FC79329D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987957" y="2757249"/>
            <a:ext cx="1376127" cy="840879"/>
          </a:xfrm>
        </p:spPr>
        <p:txBody>
          <a:bodyPr anchor="ctr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53B5948C-AEA1-3248-8A50-834E415F7DC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45251" y="5086981"/>
            <a:ext cx="1376127" cy="840879"/>
          </a:xfrm>
        </p:spPr>
        <p:txBody>
          <a:bodyPr anchor="ctr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6F4AC83-8113-804D-9C16-FFC04952516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987957" y="5086981"/>
            <a:ext cx="1376127" cy="840879"/>
          </a:xfrm>
        </p:spPr>
        <p:txBody>
          <a:bodyPr anchor="ctr">
            <a:noAutofit/>
          </a:bodyPr>
          <a:lstStyle>
            <a:lvl1pPr algn="ctr">
              <a:buNone/>
              <a:defRPr sz="14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869347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Gallery – Sixt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56E3F-9DF2-2A48-8DC5-1E65E732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236B7B-4AA0-354E-AB2C-FAAC257220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511803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298F83E-79BD-EC4B-99C2-4229E24023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55848" y="1511803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AD24808-BA1D-3947-9A2C-515A62ED7F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73497" y="1511803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642D43C-F55E-7249-80CB-0E228D7F15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" y="3639368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ED61085B-DF7E-0F41-A8F4-F36B0B977B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55848" y="3639368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B3F1A96-CAA3-0145-806F-A8E9E9F9F4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873497" y="3639368"/>
            <a:ext cx="3480303" cy="20824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BB012-F719-F042-9471-8C99F02EF9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75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se Studies –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280B6-0878-C04C-8F52-77939CD7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6BD06-5B1F-D04D-BB10-70658326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EF6CC-DCBF-F644-9C6F-BD31A340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AC7C60E-F64F-9B4F-B616-4BE9CACC1F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530376"/>
            <a:ext cx="3281127" cy="34369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D1B2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2D97F1B-E011-684D-847E-09A06749C7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2070962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Challenge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857300E-6598-A046-94EE-32E57EAD3C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2376886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9A4F230-D12D-6144-8CC5-B428167497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3211699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EB1B9EA-44F2-244F-AB1D-5686D2B47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517623"/>
            <a:ext cx="3281127" cy="106343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B8486F0-7818-BE47-AFB2-706192907D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4716685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990DF301-3B6D-694E-9778-DE793FEDE9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5022609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876983C5-8629-164E-A4C9-0B177D1BBD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55059" y="1530376"/>
            <a:ext cx="3281127" cy="34369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D1B2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0E2B9AC1-A7E0-1043-BD6F-8DEF4D9D51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5059" y="2070962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Challenge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E5555931-E278-0F47-BD48-A2ECEC2CC5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5059" y="2376886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E8743DD3-7958-5742-BEBF-4BD6C6BE3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5059" y="3211699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EFC0BB5F-702A-A148-A169-3D0AE2A073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5059" y="3517623"/>
            <a:ext cx="3281127" cy="106343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9247B39B-A817-1B41-B26B-82453E1023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5059" y="4716685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A3A5930C-4A5D-5743-BAC5-221CCB5885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5059" y="5022609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EA17CCD3-3C2F-C046-8F25-9E4BA968FA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71919" y="1530376"/>
            <a:ext cx="3281127" cy="34369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D1B23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E9DF5884-15D4-3745-8AF4-94A00FDF29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1919" y="2070962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Challenge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19E66A59-2D42-064C-9DD9-D3465D29F4D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1919" y="2376886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EF8B9786-A5FB-8E42-BEB3-89CBD7A8807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1919" y="3211699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6592B598-8DCF-9B4C-8728-FA78C8EEFE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71919" y="3517623"/>
            <a:ext cx="3281127" cy="106343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63CF2F8C-385D-9E48-A436-922EA6D6BF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71919" y="4716685"/>
            <a:ext cx="3281127" cy="233349"/>
          </a:xfrm>
        </p:spPr>
        <p:txBody>
          <a:bodyPr>
            <a:noAutofit/>
          </a:bodyPr>
          <a:lstStyle>
            <a:lvl1pPr marL="0" indent="0">
              <a:buNone/>
              <a:defRPr sz="14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E8BDD825-64DB-B040-9142-658251E8FF8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71919" y="5022609"/>
            <a:ext cx="3281127" cy="699270"/>
          </a:xfrm>
        </p:spPr>
        <p:txBody>
          <a:bodyPr>
            <a:noAutofit/>
          </a:bodyPr>
          <a:lstStyle>
            <a:lvl1pPr marL="0" indent="0">
              <a:buNone/>
              <a:defRPr sz="1400" b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enter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97A36-A304-4B41-8B63-143DB27AD20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50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– Split –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3D4A-CD5D-1944-B939-A9F74D70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DB4DD-B2F9-DB43-99C5-165F7D558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0D058-5C21-A249-AF05-769018AFB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9476E-A64D-C644-BE46-8D7D7B09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06E8B-2329-DF4A-8C5B-C7E6810C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487A6-475B-F448-B1DF-D02B733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40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– Split –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8F3E-6874-3746-9843-E46E2C1A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88CFA-5E55-4B45-9E11-779DAC1D7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3C3C3-88FF-5846-8CEA-A9DB46CF8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6910D-B4A3-0F46-8AA1-90DE5548D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45EC9-C17F-7D4A-AFF0-1D48E2AC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D2CD9-9E29-3A4D-80CE-E8415DFD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57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630A-87A0-ED41-B2A0-67C62377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8F48-F458-5C4F-974D-31BBA795A68A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4179-572F-BB45-86A8-99051F24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EBD4E-C124-A849-BBA6-3C51795F81DC}"/>
              </a:ext>
            </a:extLst>
          </p:cNvPr>
          <p:cNvCxnSpPr>
            <a:cxnSpLocks/>
          </p:cNvCxnSpPr>
          <p:nvPr userDrawn="1"/>
        </p:nvCxnSpPr>
        <p:spPr>
          <a:xfrm>
            <a:off x="950976" y="1209755"/>
            <a:ext cx="10402824" cy="0"/>
          </a:xfrm>
          <a:prstGeom prst="line">
            <a:avLst/>
          </a:prstGeom>
          <a:ln w="44450">
            <a:solidFill>
              <a:srgbClr val="EC1C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7">
            <a:extLst>
              <a:ext uri="{FF2B5EF4-FFF2-40B4-BE49-F238E27FC236}">
                <a16:creationId xmlns:a16="http://schemas.microsoft.com/office/drawing/2014/main" id="{081DD5DC-7AB6-5645-81F2-65ECAB44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585"/>
            <a:ext cx="10515600" cy="1325563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B47EA-02BB-EA4E-886D-12270CBEC1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257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EB42EB-EC0B-0D40-BFCF-6A561955AB46}"/>
              </a:ext>
            </a:extLst>
          </p:cNvPr>
          <p:cNvSpPr/>
          <p:nvPr userDrawn="1"/>
        </p:nvSpPr>
        <p:spPr>
          <a:xfrm>
            <a:off x="221411" y="234176"/>
            <a:ext cx="11749177" cy="64335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3810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30BE3-DF1A-8945-9861-BB6B99ACE482}"/>
              </a:ext>
            </a:extLst>
          </p:cNvPr>
          <p:cNvSpPr/>
          <p:nvPr userDrawn="1"/>
        </p:nvSpPr>
        <p:spPr>
          <a:xfrm>
            <a:off x="221411" y="5926348"/>
            <a:ext cx="11749177" cy="74135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610BE-25F5-E142-BE4F-84B6A536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322"/>
            <a:ext cx="10515600" cy="64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21A9B-253A-7B4E-B8FD-2F05EA515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7718"/>
            <a:ext cx="10515600" cy="439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FDAB-3C38-6743-B1B1-604FF279E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45125" y="6219645"/>
            <a:ext cx="2085000" cy="240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rlow" pitchFamily="2" charset="77"/>
              </a:defRPr>
            </a:lvl1pPr>
          </a:lstStyle>
          <a:p>
            <a:endParaRPr lang="en-US">
              <a:latin typeface="Barlow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4040-5D14-1A40-8C1E-30E065DC4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19645"/>
            <a:ext cx="4114800" cy="240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arlow" pitchFamily="2" charset="77"/>
              </a:defRPr>
            </a:lvl1pPr>
          </a:lstStyle>
          <a:p>
            <a:endParaRPr lang="en-US">
              <a:latin typeface="Barlow" pitchFamily="2" charset="77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7792409-1E56-9448-B0CD-4D1725C67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219644"/>
            <a:ext cx="706925" cy="2401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rlow" pitchFamily="2" charset="77"/>
              </a:defRPr>
            </a:lvl1pPr>
          </a:lstStyle>
          <a:p>
            <a:pPr algn="l"/>
            <a:fld id="{678869B2-8F34-BC41-BFF9-1759E3C3077F}" type="slidenum">
              <a:rPr lang="en-US" smtClean="0"/>
              <a:pPr algn="l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E506E4-7F30-4F46-A496-337692734CD7}"/>
              </a:ext>
            </a:extLst>
          </p:cNvPr>
          <p:cNvCxnSpPr/>
          <p:nvPr userDrawn="1"/>
        </p:nvCxnSpPr>
        <p:spPr>
          <a:xfrm>
            <a:off x="936702" y="1310269"/>
            <a:ext cx="1030930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92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13" r:id="rId4"/>
    <p:sldLayoutId id="2147483766" r:id="rId5"/>
    <p:sldLayoutId id="2147483751" r:id="rId6"/>
    <p:sldLayoutId id="2147483714" r:id="rId7"/>
    <p:sldLayoutId id="2147483767" r:id="rId8"/>
    <p:sldLayoutId id="2147483762" r:id="rId9"/>
    <p:sldLayoutId id="2147483735" r:id="rId10"/>
    <p:sldLayoutId id="2147483717" r:id="rId11"/>
    <p:sldLayoutId id="2147483750" r:id="rId12"/>
    <p:sldLayoutId id="2147483733" r:id="rId13"/>
    <p:sldLayoutId id="2147483736" r:id="rId14"/>
    <p:sldLayoutId id="2147483737" r:id="rId15"/>
    <p:sldLayoutId id="2147483761" r:id="rId16"/>
    <p:sldLayoutId id="2147483760" r:id="rId17"/>
    <p:sldLayoutId id="2147483740" r:id="rId18"/>
    <p:sldLayoutId id="2147483738" r:id="rId19"/>
    <p:sldLayoutId id="2147483719" r:id="rId20"/>
    <p:sldLayoutId id="2147483722" r:id="rId21"/>
    <p:sldLayoutId id="2147483723" r:id="rId22"/>
    <p:sldLayoutId id="2147483768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Barlow Light" pitchFamily="2" charset="77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FF0000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arlow Light" pitchFamily="2" charset="77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arlow Light" pitchFamily="2" charset="77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arlow Light" pitchFamily="2" charset="77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arlow Light" pitchFamily="2" charset="77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arlow Light" pitchFamily="2" charset="77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6.xml"/><Relationship Id="rId18" Type="http://schemas.openxmlformats.org/officeDocument/2006/relationships/image" Target="../media/image2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9.png"/><Relationship Id="rId17" Type="http://schemas.openxmlformats.org/officeDocument/2006/relationships/customXml" Target="../ink/ink8.xml"/><Relationship Id="rId2" Type="http://schemas.openxmlformats.org/officeDocument/2006/relationships/image" Target="../media/image1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8.png"/><Relationship Id="rId4" Type="http://schemas.openxmlformats.org/officeDocument/2006/relationships/image" Target="../media/image150.png"/><Relationship Id="rId9" Type="http://schemas.openxmlformats.org/officeDocument/2006/relationships/customXml" Target="../ink/ink4.xml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large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B91D35D4-61E1-C544-AF3C-68EF6CBC1C8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71CF0-E2C9-AA4E-BED7-B34ED50B2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err="1"/>
              <a:t>Flink</a:t>
            </a:r>
            <a:r>
              <a:rPr lang="en-US"/>
              <a:t> Training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319D27-10B0-F644-B5A7-DAFB7DBD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rlow Light"/>
                <a:cs typeface="Arial"/>
              </a:rPr>
              <a:t>Final Project Requirements and Best Practices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5F1C76-B5D1-EC47-B672-228D308E2F10}"/>
              </a:ext>
            </a:extLst>
          </p:cNvPr>
          <p:cNvGrpSpPr/>
          <p:nvPr/>
        </p:nvGrpSpPr>
        <p:grpSpPr>
          <a:xfrm>
            <a:off x="0" y="5247745"/>
            <a:ext cx="12457979" cy="1610255"/>
            <a:chOff x="0" y="5247745"/>
            <a:chExt cx="12457979" cy="16102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81B46E-050F-E64E-9FB9-B3063CECE938}"/>
                </a:ext>
              </a:extLst>
            </p:cNvPr>
            <p:cNvSpPr/>
            <p:nvPr/>
          </p:nvSpPr>
          <p:spPr>
            <a:xfrm>
              <a:off x="0" y="6678855"/>
              <a:ext cx="12192000" cy="179145"/>
            </a:xfrm>
            <a:prstGeom prst="rect">
              <a:avLst/>
            </a:prstGeom>
            <a:solidFill>
              <a:srgbClr val="ED1B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132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DB2046-D8E8-114F-B5DA-98F231C204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Barlow Light"/>
                <a:cs typeface="Arial"/>
              </a:rPr>
              <a:t>Final Demo Assignment Schedule</a:t>
            </a:r>
          </a:p>
          <a:p>
            <a:r>
              <a:rPr lang="en-US">
                <a:latin typeface="Barlow Light"/>
                <a:cs typeface="Arial"/>
              </a:rPr>
              <a:t>Streaming Development Lifecycle</a:t>
            </a:r>
          </a:p>
          <a:p>
            <a:r>
              <a:rPr lang="en-US">
                <a:latin typeface="Barlow Light"/>
                <a:cs typeface="Arial"/>
              </a:rPr>
              <a:t>Standard Principals</a:t>
            </a:r>
          </a:p>
          <a:p>
            <a:r>
              <a:rPr lang="en-US">
                <a:latin typeface="Barlow Light"/>
                <a:cs typeface="Arial"/>
              </a:rPr>
              <a:t>Final Project Problem Statement</a:t>
            </a:r>
            <a:endParaRPr lang="en-US"/>
          </a:p>
          <a:p>
            <a:r>
              <a:rPr lang="en-US">
                <a:latin typeface="Barlow Light"/>
                <a:cs typeface="Arial"/>
              </a:rPr>
              <a:t>Best Practices for </a:t>
            </a:r>
          </a:p>
          <a:p>
            <a:pPr lvl="1"/>
            <a:r>
              <a:rPr lang="en-US">
                <a:latin typeface="Barlow Light"/>
                <a:cs typeface="Arial"/>
              </a:rPr>
              <a:t>Pipeline Design</a:t>
            </a:r>
          </a:p>
          <a:p>
            <a:pPr lvl="1"/>
            <a:r>
              <a:rPr lang="en-US">
                <a:latin typeface="Barlow Light"/>
                <a:cs typeface="Arial"/>
              </a:rPr>
              <a:t>Verifying Calculations/Results</a:t>
            </a:r>
          </a:p>
          <a:p>
            <a:pPr lvl="1"/>
            <a:r>
              <a:rPr lang="en-US">
                <a:latin typeface="Barlow Light"/>
                <a:cs typeface="Arial"/>
              </a:rPr>
              <a:t>Grafana Dashboards</a:t>
            </a:r>
          </a:p>
          <a:p>
            <a:pPr lvl="1"/>
            <a:r>
              <a:rPr lang="en-US">
                <a:latin typeface="Barlow Light"/>
                <a:cs typeface="Arial"/>
              </a:rPr>
              <a:t>Demo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DC703A4-FF21-834B-A300-13F9A8F2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7273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211A2A-6E6B-8E47-9C19-DCC8CBC508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473930"/>
            <a:ext cx="10515600" cy="469192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Duration: Final should be completed within 8 days of completing Module 6</a:t>
            </a:r>
          </a:p>
          <a:p>
            <a:r>
              <a:rPr lang="en-US"/>
              <a:t>Review Video’s and training material</a:t>
            </a:r>
          </a:p>
          <a:p>
            <a:pPr lvl="1"/>
            <a:r>
              <a:rPr lang="en-US"/>
              <a:t>Background Business Problem</a:t>
            </a:r>
          </a:p>
          <a:p>
            <a:pPr lvl="2"/>
            <a:r>
              <a:rPr lang="en-US"/>
              <a:t>Flink Training Final Presentation - Portfolio Object Model and terms.mp4</a:t>
            </a:r>
            <a:endParaRPr lang="en-US"/>
          </a:p>
          <a:p>
            <a:pPr lvl="3"/>
            <a:r>
              <a:rPr lang="en-US"/>
              <a:t>Flink Training - Final Project - Object Model</a:t>
            </a:r>
            <a:endParaRPr lang="en-US"/>
          </a:p>
          <a:p>
            <a:pPr lvl="3"/>
            <a:r>
              <a:rPr lang="en-US"/>
              <a:t>Flink Training - Capital Markets Terms</a:t>
            </a:r>
            <a:endParaRPr lang="en-US"/>
          </a:p>
          <a:p>
            <a:pPr lvl="1"/>
            <a:r>
              <a:rPr lang="en-US"/>
              <a:t>Example Final Presentation.ppt</a:t>
            </a:r>
            <a:endParaRPr lang="en-US"/>
          </a:p>
          <a:p>
            <a:r>
              <a:rPr lang="en-US">
                <a:latin typeface="Barlow Light"/>
                <a:cs typeface="Arial"/>
              </a:rPr>
              <a:t>Meet with instructor iteratively as each deliverable in complete</a:t>
            </a:r>
          </a:p>
          <a:p>
            <a:pPr lvl="1"/>
            <a:r>
              <a:rPr lang="en-US">
                <a:latin typeface="Barlow Light"/>
                <a:cs typeface="Arial"/>
              </a:rPr>
              <a:t>Pipeline Design</a:t>
            </a:r>
          </a:p>
          <a:p>
            <a:pPr lvl="1"/>
            <a:r>
              <a:rPr lang="en-US">
                <a:latin typeface="Barlow Light"/>
                <a:cs typeface="Arial"/>
              </a:rPr>
              <a:t>Part 1 of pipeline running locally (Positions)</a:t>
            </a:r>
          </a:p>
          <a:p>
            <a:pPr lvl="1"/>
            <a:r>
              <a:rPr lang="en-US"/>
              <a:t>Part 2 of pipeline running locally (</a:t>
            </a:r>
            <a:r>
              <a:rPr lang="en-US" err="1"/>
              <a:t>MarketValue</a:t>
            </a:r>
            <a:r>
              <a:rPr lang="en-US"/>
              <a:t>)</a:t>
            </a:r>
          </a:p>
          <a:p>
            <a:pPr lvl="1"/>
            <a:r>
              <a:rPr lang="en-US">
                <a:latin typeface="Barlow Light"/>
                <a:cs typeface="Arial"/>
              </a:rPr>
              <a:t>Demo numbers and calculations are correct with small volumes using Grafana metrics</a:t>
            </a:r>
          </a:p>
          <a:p>
            <a:pPr lvl="1">
              <a:lnSpc>
                <a:spcPct val="113999"/>
              </a:lnSpc>
            </a:pPr>
            <a:r>
              <a:rPr lang="en-US">
                <a:latin typeface="Barlow Light"/>
                <a:cs typeface="Arial"/>
              </a:rPr>
              <a:t>Demo running on locally  using docker to have run locally with Kafka and Flink. </a:t>
            </a:r>
          </a:p>
          <a:p>
            <a:pPr lvl="1"/>
            <a:r>
              <a:rPr lang="en-US">
                <a:latin typeface="Barlow Light"/>
                <a:cs typeface="Arial"/>
              </a:rPr>
              <a:t>Demo running on AWS </a:t>
            </a:r>
            <a:endParaRPr lang="en-US"/>
          </a:p>
          <a:p>
            <a:pPr lvl="1"/>
            <a:r>
              <a:rPr lang="en-US">
                <a:latin typeface="Barlow Light"/>
                <a:cs typeface="Arial"/>
              </a:rPr>
              <a:t>Demo latency for orders is low using logging</a:t>
            </a:r>
          </a:p>
          <a:p>
            <a:pPr lvl="1"/>
            <a:r>
              <a:rPr lang="en-US">
                <a:latin typeface="Barlow Light"/>
                <a:cs typeface="Arial"/>
              </a:rPr>
              <a:t>Demo application can scale and latency not increase if order rate and or price rate increase</a:t>
            </a:r>
          </a:p>
          <a:p>
            <a:pPr lvl="1"/>
            <a:r>
              <a:rPr lang="en-US">
                <a:latin typeface="Barlow Light"/>
                <a:cs typeface="Arial"/>
              </a:rPr>
              <a:t>Prepare final Demo</a:t>
            </a:r>
          </a:p>
          <a:p>
            <a:r>
              <a:rPr lang="en-US"/>
              <a:t>Request instructor to setup Final 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8725BC-5D23-9747-8799-7B03AD2E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Demo Assignment and 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EBE09-F938-8D40-BD3C-8B6C5EB235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BDB3F-1409-ED41-A9F7-E0E39F6F63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When we code a </a:t>
            </a:r>
            <a:r>
              <a:rPr lang="en-US" err="1"/>
              <a:t>Flink</a:t>
            </a:r>
            <a:r>
              <a:rPr lang="en-US"/>
              <a:t> pipeline we follow this development lifecycle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Create a pipeline design and review with team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Create a working application end to end and demo to team</a:t>
            </a:r>
          </a:p>
          <a:p>
            <a:pPr lvl="1"/>
            <a:r>
              <a:rPr lang="en-US"/>
              <a:t>Application should run local or on AWS</a:t>
            </a:r>
          </a:p>
          <a:p>
            <a:pPr lvl="1"/>
            <a:r>
              <a:rPr lang="en-US"/>
              <a:t>Demo should be on AWS with Grafana metrics to explain behavior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Validate calculation are correct with simple inputs, verify completeness, reproducibility of results. </a:t>
            </a:r>
          </a:p>
          <a:p>
            <a:pPr lvl="1"/>
            <a:r>
              <a:rPr lang="en-US"/>
              <a:t>Application behavior must be deterministic</a:t>
            </a:r>
          </a:p>
          <a:p>
            <a:pPr lvl="1"/>
            <a:r>
              <a:rPr lang="en-US"/>
              <a:t>You must be able to explain the numbers and demo to team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Verify application performs as expected with higher volumes</a:t>
            </a:r>
          </a:p>
          <a:p>
            <a:pPr lvl="1"/>
            <a:r>
              <a:rPr lang="en-US"/>
              <a:t>Case 1: Changing Speed of Order to say 1000/sec should not impact performance (latency will increase)</a:t>
            </a:r>
          </a:p>
          <a:p>
            <a:pPr lvl="1"/>
            <a:r>
              <a:rPr lang="en-US"/>
              <a:t>Case 2: Change price to very high # should not impact performance or latency of orders (</a:t>
            </a:r>
            <a:r>
              <a:rPr lang="en-US" err="1"/>
              <a:t>ie</a:t>
            </a:r>
            <a:r>
              <a:rPr lang="en-US"/>
              <a:t> 1000/sec)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FD7776-AB4B-E844-B43C-1C3AC83A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Streaming Development Life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BA2C6-1064-DB4A-B01C-CB1D23C4E0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4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17D70CA-1259-774A-95B4-C00F1F7E5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1925934"/>
              </p:ext>
            </p:extLst>
          </p:nvPr>
        </p:nvGraphicFramePr>
        <p:xfrm>
          <a:off x="5971478" y="1439792"/>
          <a:ext cx="6729833" cy="4486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66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A096F0-31E9-F24A-9DD9-63F352ADCD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/>
              <a:t>Application must have a deterministic behavior</a:t>
            </a:r>
          </a:p>
          <a:p>
            <a:pPr lvl="1"/>
            <a:r>
              <a:rPr lang="en-US"/>
              <a:t>We all know things are random in the real world,  but we must first prove our application is correct</a:t>
            </a:r>
          </a:p>
          <a:p>
            <a:pPr lvl="1"/>
            <a:r>
              <a:rPr lang="en-US"/>
              <a:t>Using random input where you don’t have deterministic output is impossible to demo and give confidence</a:t>
            </a:r>
          </a:p>
          <a:p>
            <a:pPr lvl="1"/>
            <a:r>
              <a:rPr lang="en-US"/>
              <a:t>You control the inputs and outputs, for the first demo show everyone the sunny path works!</a:t>
            </a:r>
          </a:p>
          <a:p>
            <a:r>
              <a:rPr lang="en-US" b="1"/>
              <a:t>Reproducibility</a:t>
            </a:r>
          </a:p>
          <a:p>
            <a:pPr lvl="1"/>
            <a:r>
              <a:rPr lang="en-US"/>
              <a:t>You should always be able to reproduce your results, if not something is wrong</a:t>
            </a:r>
          </a:p>
          <a:p>
            <a:pPr lvl="1"/>
            <a:r>
              <a:rPr lang="en-US"/>
              <a:t>don’t try to explain it away and argue with the team about it</a:t>
            </a:r>
          </a:p>
          <a:p>
            <a:pPr lvl="1"/>
            <a:r>
              <a:rPr lang="en-US"/>
              <a:t>fix your demo or explain the numbers are approximate and why when you set expectations</a:t>
            </a:r>
          </a:p>
          <a:p>
            <a:r>
              <a:rPr lang="en-US" b="1"/>
              <a:t>Traceability</a:t>
            </a:r>
          </a:p>
          <a:p>
            <a:pPr lvl="1"/>
            <a:r>
              <a:rPr lang="en-US"/>
              <a:t>You have to be able to explain the numbers,  use logging liberally.  If asked a question your not ready to answer, be honest, take it as an action item to change the logging to prove it is correct.</a:t>
            </a:r>
          </a:p>
          <a:p>
            <a:r>
              <a:rPr lang="en-US" b="1"/>
              <a:t>Latency</a:t>
            </a:r>
          </a:p>
          <a:p>
            <a:pPr lvl="1"/>
            <a:r>
              <a:rPr lang="en-US"/>
              <a:t>Its always important to measure latency end to end in streaming to show our application can scale efficiently.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95E540-E4B5-654D-AEC4-00544B4D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Principals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52109-E1EF-2141-B44E-0AD07CECF3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1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C3A439-BCEC-6748-964F-3D497FB5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626"/>
            <a:ext cx="10515600" cy="642795"/>
          </a:xfrm>
        </p:spPr>
        <p:txBody>
          <a:bodyPr/>
          <a:lstStyle/>
          <a:p>
            <a:r>
              <a:rPr lang="en-US" dirty="0">
                <a:latin typeface="Barlow Light"/>
                <a:cs typeface="Arial"/>
              </a:rPr>
              <a:t>Final Project 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0687C-1E1E-D346-8793-31FEE67E1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38200" y="6219644"/>
            <a:ext cx="706925" cy="240161"/>
          </a:xfrm>
        </p:spPr>
        <p:txBody>
          <a:bodyPr/>
          <a:lstStyle/>
          <a:p>
            <a:fld id="{678869B2-8F34-BC41-BFF9-1759E3C3077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C2182323-8719-F9F3-B741-ABCC0A3AC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98" y="1367264"/>
            <a:ext cx="9558270" cy="467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6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D64E-2E6B-5147-A6F2-7122D8B3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62803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B5E5A-205F-0E42-A604-73F494079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Highlight, Keys, Values </a:t>
            </a:r>
          </a:p>
          <a:p>
            <a:pPr lvl="1"/>
            <a:r>
              <a:rPr lang="en-US"/>
              <a:t>sources and sinks</a:t>
            </a:r>
          </a:p>
          <a:p>
            <a:pPr lvl="1"/>
            <a:r>
              <a:rPr lang="en-US"/>
              <a:t>Between operators</a:t>
            </a:r>
          </a:p>
          <a:p>
            <a:r>
              <a:rPr lang="en-US"/>
              <a:t>Use colors sparingly, too many colors are hard to read</a:t>
            </a:r>
          </a:p>
          <a:p>
            <a:r>
              <a:rPr lang="en-US"/>
              <a:t>Number your diagram left to right like we read in the order you are going to talk about it</a:t>
            </a:r>
          </a:p>
          <a:p>
            <a:r>
              <a:rPr lang="en-US"/>
              <a:t>Use Kafka Icons for Kafka source/sinks</a:t>
            </a:r>
          </a:p>
          <a:p>
            <a:r>
              <a:rPr lang="en-US"/>
              <a:t>Boxes should explain operations like</a:t>
            </a:r>
          </a:p>
          <a:p>
            <a:pPr lvl="1"/>
            <a:r>
              <a:rPr lang="en-US"/>
              <a:t>Split</a:t>
            </a:r>
          </a:p>
          <a:p>
            <a:pPr lvl="1"/>
            <a:r>
              <a:rPr lang="en-US"/>
              <a:t>Aggregate</a:t>
            </a:r>
          </a:p>
          <a:p>
            <a:pPr lvl="1"/>
            <a:r>
              <a:rPr lang="en-US"/>
              <a:t>Join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0BBCA-98AA-524E-9D02-7A961848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 Pipeline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6C035-DDFA-6442-8B5F-A06D5FAA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568" y="2554941"/>
            <a:ext cx="5677105" cy="17346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4FFA5F-F947-4D42-999F-D5C4BFB7F741}"/>
              </a:ext>
            </a:extLst>
          </p:cNvPr>
          <p:cNvSpPr/>
          <p:nvPr/>
        </p:nvSpPr>
        <p:spPr>
          <a:xfrm>
            <a:off x="6907615" y="3870744"/>
            <a:ext cx="215153" cy="268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8A437-CB18-DC45-A543-C0026B0DE8A5}"/>
              </a:ext>
            </a:extLst>
          </p:cNvPr>
          <p:cNvSpPr/>
          <p:nvPr/>
        </p:nvSpPr>
        <p:spPr>
          <a:xfrm>
            <a:off x="9162491" y="3749720"/>
            <a:ext cx="215153" cy="268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CA6EE-39CC-0649-BA57-22335DF1200C}"/>
              </a:ext>
            </a:extLst>
          </p:cNvPr>
          <p:cNvSpPr/>
          <p:nvPr/>
        </p:nvSpPr>
        <p:spPr>
          <a:xfrm>
            <a:off x="11551073" y="3804354"/>
            <a:ext cx="215153" cy="268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A1A9AC1-F8DA-124C-AE55-26D6536C0C64}"/>
                  </a:ext>
                </a:extLst>
              </p14:cNvPr>
              <p14:cNvContentPartPr/>
              <p14:nvPr/>
            </p14:nvContentPartPr>
            <p14:xfrm>
              <a:off x="5636033" y="3775744"/>
              <a:ext cx="1332360" cy="732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A1A9AC1-F8DA-124C-AE55-26D6536C0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7033" y="3766740"/>
                <a:ext cx="1350000" cy="750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8F191C6-F18F-1D43-8447-413954C72E84}"/>
                  </a:ext>
                </a:extLst>
              </p14:cNvPr>
              <p14:cNvContentPartPr/>
              <p14:nvPr/>
            </p14:nvContentPartPr>
            <p14:xfrm>
              <a:off x="3675833" y="1689544"/>
              <a:ext cx="4129560" cy="1266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8F191C6-F18F-1D43-8447-413954C72E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6833" y="1680544"/>
                <a:ext cx="4147200" cy="12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18F49E-25CA-CC42-A4E1-C0C90731EBDC}"/>
                  </a:ext>
                </a:extLst>
              </p14:cNvPr>
              <p14:cNvContentPartPr/>
              <p14:nvPr/>
            </p14:nvContentPartPr>
            <p14:xfrm>
              <a:off x="7820153" y="2734984"/>
              <a:ext cx="72720" cy="202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18F49E-25CA-CC42-A4E1-C0C90731EB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1153" y="2725984"/>
                <a:ext cx="90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9DFB120-DE2C-2F46-986B-C92DF8C73325}"/>
                  </a:ext>
                </a:extLst>
              </p14:cNvPr>
              <p14:cNvContentPartPr/>
              <p14:nvPr/>
            </p14:nvContentPartPr>
            <p14:xfrm>
              <a:off x="7289153" y="3027304"/>
              <a:ext cx="1047960" cy="542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9DFB120-DE2C-2F46-986B-C92DF8C733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80153" y="3018304"/>
                <a:ext cx="106560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C0EB82C-BA4A-264A-B078-4FC0C7573BFA}"/>
                  </a:ext>
                </a:extLst>
              </p14:cNvPr>
              <p14:cNvContentPartPr/>
              <p14:nvPr/>
            </p14:nvContentPartPr>
            <p14:xfrm>
              <a:off x="8355113" y="3060064"/>
              <a:ext cx="1319760" cy="850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C0EB82C-BA4A-264A-B078-4FC0C7573B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46111" y="3051064"/>
                <a:ext cx="1337405" cy="86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43F999C6-6C95-8048-9F5E-E8A135E321AF}"/>
              </a:ext>
            </a:extLst>
          </p:cNvPr>
          <p:cNvGrpSpPr/>
          <p:nvPr/>
        </p:nvGrpSpPr>
        <p:grpSpPr>
          <a:xfrm>
            <a:off x="4098473" y="3726064"/>
            <a:ext cx="4815720" cy="1276560"/>
            <a:chOff x="4098473" y="3726064"/>
            <a:chExt cx="4815720" cy="12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6D7E38-F7D9-8D4C-9650-AA741344DB0F}"/>
                    </a:ext>
                  </a:extLst>
                </p14:cNvPr>
                <p14:cNvContentPartPr/>
                <p14:nvPr/>
              </p14:nvContentPartPr>
              <p14:xfrm>
                <a:off x="4098473" y="3961504"/>
                <a:ext cx="4792680" cy="1041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6D7E38-F7D9-8D4C-9650-AA741344DB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89473" y="3952507"/>
                  <a:ext cx="4810320" cy="1058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D81C97-737E-2042-8D56-F3B96D0F4ADF}"/>
                    </a:ext>
                  </a:extLst>
                </p14:cNvPr>
                <p14:cNvContentPartPr/>
                <p14:nvPr/>
              </p14:nvContentPartPr>
              <p14:xfrm>
                <a:off x="8904113" y="3985984"/>
                <a:ext cx="10080" cy="237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D81C97-737E-2042-8D56-F3B96D0F4A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95423" y="3976984"/>
                  <a:ext cx="27112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FA84896-3054-0F47-B2E4-45F223D6F7B6}"/>
                    </a:ext>
                  </a:extLst>
                </p14:cNvPr>
                <p14:cNvContentPartPr/>
                <p14:nvPr/>
              </p14:nvContentPartPr>
              <p14:xfrm>
                <a:off x="6761753" y="3726064"/>
                <a:ext cx="712440" cy="50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FA84896-3054-0F47-B2E4-45F223D6F7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52758" y="3717064"/>
                  <a:ext cx="730071" cy="52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433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5306A-05BF-A64A-B6E9-DCF936753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Use simple number like 4 or 10</a:t>
            </a:r>
          </a:p>
          <a:p>
            <a:r>
              <a:rPr lang="en-US"/>
              <a:t>Explain the numbers/Calcs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2BB00-9C7B-4349-831A-30C86DBB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 Verifying Calculations/Results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10F71-5757-8C48-977E-17BD566AA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Tie back to the steps on the Design</a:t>
            </a:r>
          </a:p>
          <a:p>
            <a:r>
              <a:rPr lang="en-US"/>
              <a:t>Set expectations for demo output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F2FD7-FB04-0F4C-AE6C-F8B4FBB2AD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9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31C603A-1FEE-914E-AC13-84BBEF905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304096"/>
              </p:ext>
            </p:extLst>
          </p:nvPr>
        </p:nvGraphicFramePr>
        <p:xfrm>
          <a:off x="921406" y="3429000"/>
          <a:ext cx="10349187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634">
                  <a:extLst>
                    <a:ext uri="{9D8B030D-6E8A-4147-A177-3AD203B41FA5}">
                      <a16:colId xmlns:a16="http://schemas.microsoft.com/office/drawing/2014/main" val="3872562837"/>
                    </a:ext>
                  </a:extLst>
                </a:gridCol>
                <a:gridCol w="1264024">
                  <a:extLst>
                    <a:ext uri="{9D8B030D-6E8A-4147-A177-3AD203B41FA5}">
                      <a16:colId xmlns:a16="http://schemas.microsoft.com/office/drawing/2014/main" val="3642324357"/>
                    </a:ext>
                  </a:extLst>
                </a:gridCol>
                <a:gridCol w="7104529">
                  <a:extLst>
                    <a:ext uri="{9D8B030D-6E8A-4147-A177-3AD203B41FA5}">
                      <a16:colId xmlns:a16="http://schemas.microsoft.com/office/drawing/2014/main" val="3530525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38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 order /sec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06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Symbols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Sink 3 - 10 updates/sec &amp; 4 unique keys</a:t>
                      </a:r>
                    </a:p>
                    <a:p>
                      <a:r>
                        <a:rPr lang="en-US" sz="1600"/>
                        <a:t>Sink 5 – 4 unique keys (update 1x per minute do to window req in specs)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56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unique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600"/>
                        <a:t>Sink 4 – (10*4 allocations) = 40/sec</a:t>
                      </a:r>
                    </a:p>
                    <a:p>
                      <a:r>
                        <a:rPr lang="en-US" sz="1600"/>
                        <a:t>               (4account x 4 Symbols) == 16 Unique keys</a:t>
                      </a:r>
                    </a:p>
                    <a:p>
                      <a:r>
                        <a:rPr lang="en-US" sz="1600"/>
                        <a:t>Sink 6 - 16 Unique keys (emitted 1x per minute)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68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Allocations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unique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14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13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BF79D-F9F5-6546-9F63-07516811C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Show sources on left and sinks on the right like we read</a:t>
            </a:r>
          </a:p>
          <a:p>
            <a:r>
              <a:rPr lang="en-US"/>
              <a:t>Use Simple numbers so it is clear the results are what is expected</a:t>
            </a:r>
          </a:p>
          <a:p>
            <a:r>
              <a:rPr lang="en-US"/>
              <a:t>Always demo live, don’t bore us with slides! The slides are there for a handout.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3A5632-C4E6-204F-A3D5-B9D2D32D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Best Practices Grafana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52B48-A0FE-F848-969F-206F3A6A4C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10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2942E-7190-B546-90EC-BD1AED6F22E0}"/>
              </a:ext>
            </a:extLst>
          </p:cNvPr>
          <p:cNvSpPr/>
          <p:nvPr/>
        </p:nvSpPr>
        <p:spPr>
          <a:xfrm>
            <a:off x="6474371" y="1734206"/>
            <a:ext cx="1879251" cy="1261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83925-27DF-784F-82E2-62D2BE4E6369}"/>
              </a:ext>
            </a:extLst>
          </p:cNvPr>
          <p:cNvSpPr/>
          <p:nvPr/>
        </p:nvSpPr>
        <p:spPr>
          <a:xfrm>
            <a:off x="8543307" y="1734206"/>
            <a:ext cx="1879251" cy="1261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9AB1D-6757-354D-BEE1-FA491457A310}"/>
              </a:ext>
            </a:extLst>
          </p:cNvPr>
          <p:cNvSpPr/>
          <p:nvPr/>
        </p:nvSpPr>
        <p:spPr>
          <a:xfrm>
            <a:off x="6474372" y="3116316"/>
            <a:ext cx="1879250" cy="12612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Latency</a:t>
            </a:r>
          </a:p>
        </p:txBody>
      </p:sp>
    </p:spTree>
    <p:extLst>
      <p:ext uri="{BB962C8B-B14F-4D97-AF65-F5344CB8AC3E}">
        <p14:creationId xmlns:p14="http://schemas.microsoft.com/office/powerpoint/2010/main" val="307249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EBBA11-60E2-244C-9BE0-9F351ACB91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Go through your deck (ask if there are any questions before you proceed to the next)</a:t>
            </a:r>
          </a:p>
          <a:p>
            <a:pPr lvl="1"/>
            <a:r>
              <a:rPr lang="en-US"/>
              <a:t>problem statement</a:t>
            </a:r>
          </a:p>
          <a:p>
            <a:pPr lvl="1"/>
            <a:r>
              <a:rPr lang="en-US"/>
              <a:t>Pipeline design</a:t>
            </a:r>
          </a:p>
          <a:p>
            <a:pPr lvl="1"/>
            <a:r>
              <a:rPr lang="en-US"/>
              <a:t>Example of expected inputs/outputs</a:t>
            </a:r>
          </a:p>
          <a:p>
            <a:pPr lvl="1"/>
            <a:r>
              <a:rPr lang="en-US" b="1"/>
              <a:t>DEMO LIVE </a:t>
            </a:r>
            <a:r>
              <a:rPr lang="en-US"/>
              <a:t>(The slides are in the deck for backup)</a:t>
            </a:r>
          </a:p>
          <a:p>
            <a:r>
              <a:rPr lang="en-US" b="1"/>
              <a:t>Have tabs open with everything pre-run so you can jump around and have it ready incase the live demo run fails (or people are impatient)</a:t>
            </a:r>
          </a:p>
          <a:p>
            <a:r>
              <a:rPr lang="en-US" b="1"/>
              <a:t>Launch your test and then switch to Grafana and explain what they see</a:t>
            </a:r>
          </a:p>
          <a:p>
            <a:pPr lvl="1"/>
            <a:r>
              <a:rPr lang="en-US"/>
              <a:t>Always go left to right</a:t>
            </a:r>
          </a:p>
          <a:p>
            <a:pPr lvl="1"/>
            <a:r>
              <a:rPr lang="en-US"/>
              <a:t>Don’t jump around</a:t>
            </a:r>
          </a:p>
          <a:p>
            <a:pPr lvl="1"/>
            <a:r>
              <a:rPr lang="en-US"/>
              <a:t>Explain inputs and outputs that match the example you walked people through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4F771F-CA89-7C4B-B07E-5935722F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 for 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80383-8206-174B-AFAA-A8B932CDDBF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678869B2-8F34-BC41-BFF9-1759E3C3077F}" type="slidenum">
              <a:rPr lang="en-US" smtClean="0"/>
              <a:pPr algn="l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68094"/>
      </p:ext>
    </p:extLst>
  </p:cSld>
  <p:clrMapOvr>
    <a:masterClrMapping/>
  </p:clrMapOvr>
</p:sld>
</file>

<file path=ppt/theme/theme1.xml><?xml version="1.0" encoding="utf-8"?>
<a:theme xmlns:a="http://schemas.openxmlformats.org/drawingml/2006/main" name="Assignment –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121920" tIns="60960" rIns="121920" bIns="60960" rtlCol="0" anchor="t">
        <a:normAutofit/>
      </a:bodyPr>
      <a:lstStyle>
        <a:defPPr marL="457200" indent="-457200" algn="l">
          <a:buClr>
            <a:srgbClr val="EB362D"/>
          </a:buClr>
          <a:defRPr dirty="0" smtClean="0">
            <a:cs typeface="Calibri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Assignment – Template</vt:lpstr>
      <vt:lpstr>Final Project Requirements and Best Practices</vt:lpstr>
      <vt:lpstr>Agenda</vt:lpstr>
      <vt:lpstr>Final Demo Assignment and Schedule</vt:lpstr>
      <vt:lpstr>Streaming Development Life Cycle</vt:lpstr>
      <vt:lpstr>Standard Principals</vt:lpstr>
      <vt:lpstr>Final Project Problem Statement</vt:lpstr>
      <vt:lpstr>Best Practices</vt:lpstr>
      <vt:lpstr>Best Practice Pipeline Design</vt:lpstr>
      <vt:lpstr>Best Practice Verifying Calculations/Results</vt:lpstr>
      <vt:lpstr>Best Practices Grafana</vt:lpstr>
      <vt:lpstr>Best Practices for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</dc:title>
  <dc:creator>Assignment</dc:creator>
  <cp:revision>31</cp:revision>
  <dcterms:created xsi:type="dcterms:W3CDTF">2020-06-29T13:13:31Z</dcterms:created>
  <dcterms:modified xsi:type="dcterms:W3CDTF">2023-07-15T10:54:02Z</dcterms:modified>
</cp:coreProperties>
</file>