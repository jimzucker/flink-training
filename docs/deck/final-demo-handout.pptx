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 If anyone reads '1 min' off the diagram, that is the specification -- the demo runs a 10s window.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 The diagram states the specified one-minute window; the demo overrides it to ten seconds, and the calculation is identical either way.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(specified: 1 min)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8</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The window is 10 s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2.00 of 2 and 3.94 of 4, so a unit bought is a unit worked. And the broker stayed under half a core, so Flink was unambiguously the constrained component — which is the precondition for showing that anything scales at all. Eight partitions were held constant across both cases, so nothing varied but the units.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